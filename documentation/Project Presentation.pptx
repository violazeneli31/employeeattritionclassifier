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954" r:id="rId4"/>
  </p:sldMasterIdLst>
  <p:notesMasterIdLst>
    <p:notesMasterId r:id="rId15"/>
  </p:notesMasterIdLst>
  <p:handoutMasterIdLst>
    <p:handoutMasterId r:id="rId16"/>
  </p:handoutMasterIdLst>
  <p:sldIdLst>
    <p:sldId id="280" r:id="rId5"/>
    <p:sldId id="302" r:id="rId6"/>
    <p:sldId id="316" r:id="rId7"/>
    <p:sldId id="286" r:id="rId8"/>
    <p:sldId id="314" r:id="rId9"/>
    <p:sldId id="317" r:id="rId10"/>
    <p:sldId id="320" r:id="rId11"/>
    <p:sldId id="321" r:id="rId12"/>
    <p:sldId id="306" r:id="rId13"/>
    <p:sldId id="26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EEEE"/>
    <a:srgbClr val="87175F"/>
    <a:srgbClr val="EEC621"/>
    <a:srgbClr val="E58C09"/>
    <a:srgbClr val="43467B"/>
    <a:srgbClr val="AEA422"/>
    <a:srgbClr val="F69E1D"/>
    <a:srgbClr val="E19E6B"/>
    <a:srgbClr val="75503A"/>
    <a:srgbClr val="DDB61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DBED569-4797-4DF1-A0F4-6AAB3CD982D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5034" autoAdjust="0"/>
  </p:normalViewPr>
  <p:slideViewPr>
    <p:cSldViewPr>
      <p:cViewPr varScale="1">
        <p:scale>
          <a:sx n="114" d="100"/>
          <a:sy n="114" d="100"/>
        </p:scale>
        <p:origin x="400" y="184"/>
      </p:cViewPr>
      <p:guideLst/>
    </p:cSldViewPr>
  </p:slideViewPr>
  <p:outlineViewPr>
    <p:cViewPr>
      <p:scale>
        <a:sx n="33" d="100"/>
        <a:sy n="33" d="100"/>
      </p:scale>
      <p:origin x="0" y="-20822"/>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60" d="100"/>
          <a:sy n="60" d="100"/>
        </p:scale>
        <p:origin x="3187" y="3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66E719D-4F13-4B44-9D1D-902CCB0BC02C}" type="doc">
      <dgm:prSet loTypeId="urn:microsoft.com/office/officeart/2005/8/layout/process1" loCatId="" qsTypeId="urn:microsoft.com/office/officeart/2005/8/quickstyle/simple1" qsCatId="simple" csTypeId="urn:microsoft.com/office/officeart/2005/8/colors/accent1_2" csCatId="accent1" phldr="1"/>
      <dgm:spPr/>
    </dgm:pt>
    <dgm:pt modelId="{8E01435D-0726-6647-9E15-31576AAEAE96}">
      <dgm:prSet phldrT="[Text]"/>
      <dgm:spPr/>
      <dgm:t>
        <a:bodyPr/>
        <a:lstStyle/>
        <a:p>
          <a:r>
            <a:rPr lang="en-GB" dirty="0"/>
            <a:t>Removal of Invalid Records</a:t>
          </a:r>
        </a:p>
      </dgm:t>
    </dgm:pt>
    <dgm:pt modelId="{E35B3BAC-E197-004A-8700-455B904E7A85}" type="parTrans" cxnId="{27851C1C-8501-9844-A58C-B85A53F86030}">
      <dgm:prSet/>
      <dgm:spPr/>
      <dgm:t>
        <a:bodyPr/>
        <a:lstStyle/>
        <a:p>
          <a:endParaRPr lang="en-GB"/>
        </a:p>
      </dgm:t>
    </dgm:pt>
    <dgm:pt modelId="{C14ECD43-AC10-5648-BEDC-5FC898E58F65}" type="sibTrans" cxnId="{27851C1C-8501-9844-A58C-B85A53F86030}">
      <dgm:prSet/>
      <dgm:spPr/>
      <dgm:t>
        <a:bodyPr/>
        <a:lstStyle/>
        <a:p>
          <a:endParaRPr lang="en-GB"/>
        </a:p>
      </dgm:t>
    </dgm:pt>
    <dgm:pt modelId="{FC1B622A-0DB3-F74C-BF94-CD5FD533F0AF}">
      <dgm:prSet phldrT="[Text]"/>
      <dgm:spPr/>
      <dgm:t>
        <a:bodyPr/>
        <a:lstStyle/>
        <a:p>
          <a:r>
            <a:rPr lang="en-GB"/>
            <a:t>Target Variable Encoding</a:t>
          </a:r>
        </a:p>
      </dgm:t>
    </dgm:pt>
    <dgm:pt modelId="{CAA47039-8D66-444B-83D4-06119B73A7B5}" type="parTrans" cxnId="{88D0C5D9-0269-1C4D-9C25-84E5EB0155C5}">
      <dgm:prSet/>
      <dgm:spPr/>
      <dgm:t>
        <a:bodyPr/>
        <a:lstStyle/>
        <a:p>
          <a:endParaRPr lang="en-GB"/>
        </a:p>
      </dgm:t>
    </dgm:pt>
    <dgm:pt modelId="{90F3B781-DCD1-5342-B20A-73027970B32B}" type="sibTrans" cxnId="{88D0C5D9-0269-1C4D-9C25-84E5EB0155C5}">
      <dgm:prSet/>
      <dgm:spPr/>
      <dgm:t>
        <a:bodyPr/>
        <a:lstStyle/>
        <a:p>
          <a:endParaRPr lang="en-GB"/>
        </a:p>
      </dgm:t>
    </dgm:pt>
    <dgm:pt modelId="{9DD059B6-2221-6347-93A7-D8C73817B9CE}">
      <dgm:prSet phldrT="[Text]"/>
      <dgm:spPr/>
      <dgm:t>
        <a:bodyPr/>
        <a:lstStyle/>
        <a:p>
          <a:r>
            <a:rPr lang="en-GB" dirty="0"/>
            <a:t>Categorical Feature Encoding</a:t>
          </a:r>
        </a:p>
      </dgm:t>
    </dgm:pt>
    <dgm:pt modelId="{244566E8-E0DD-2C43-BBFF-0F18C9C17DE9}" type="parTrans" cxnId="{495E1F06-7EEB-B648-8487-7215BC07E4FA}">
      <dgm:prSet/>
      <dgm:spPr/>
      <dgm:t>
        <a:bodyPr/>
        <a:lstStyle/>
        <a:p>
          <a:endParaRPr lang="en-GB"/>
        </a:p>
      </dgm:t>
    </dgm:pt>
    <dgm:pt modelId="{810BF240-1BB9-534A-A77B-3438CFE61489}" type="sibTrans" cxnId="{495E1F06-7EEB-B648-8487-7215BC07E4FA}">
      <dgm:prSet/>
      <dgm:spPr/>
      <dgm:t>
        <a:bodyPr/>
        <a:lstStyle/>
        <a:p>
          <a:endParaRPr lang="en-GB"/>
        </a:p>
      </dgm:t>
    </dgm:pt>
    <dgm:pt modelId="{5AD82183-898F-6949-965C-9E4577840DF1}">
      <dgm:prSet/>
      <dgm:spPr/>
      <dgm:t>
        <a:bodyPr/>
        <a:lstStyle/>
        <a:p>
          <a:r>
            <a:rPr lang="en-GB"/>
            <a:t>Feature Engineering</a:t>
          </a:r>
        </a:p>
      </dgm:t>
    </dgm:pt>
    <dgm:pt modelId="{51FE2657-2764-0449-9455-1709A1F61E4E}" type="parTrans" cxnId="{4D653C46-1058-6F47-B0C2-018B69D96E2B}">
      <dgm:prSet/>
      <dgm:spPr/>
      <dgm:t>
        <a:bodyPr/>
        <a:lstStyle/>
        <a:p>
          <a:endParaRPr lang="en-GB"/>
        </a:p>
      </dgm:t>
    </dgm:pt>
    <dgm:pt modelId="{44FD0E87-F61A-5F4A-9881-E9158586F3C0}" type="sibTrans" cxnId="{4D653C46-1058-6F47-B0C2-018B69D96E2B}">
      <dgm:prSet/>
      <dgm:spPr/>
      <dgm:t>
        <a:bodyPr/>
        <a:lstStyle/>
        <a:p>
          <a:endParaRPr lang="en-GB"/>
        </a:p>
      </dgm:t>
    </dgm:pt>
    <dgm:pt modelId="{69AB1DB3-5494-AD45-BB49-8E3D1C998C93}">
      <dgm:prSet/>
      <dgm:spPr/>
      <dgm:t>
        <a:bodyPr/>
        <a:lstStyle/>
        <a:p>
          <a:r>
            <a:rPr lang="en-GB"/>
            <a:t>Train - Test Splitting</a:t>
          </a:r>
        </a:p>
      </dgm:t>
    </dgm:pt>
    <dgm:pt modelId="{62F6A533-00A6-2F4D-B3CE-BAC359001A95}" type="parTrans" cxnId="{AA88CB2A-1884-3741-8CD8-82F9715D8DB7}">
      <dgm:prSet/>
      <dgm:spPr/>
      <dgm:t>
        <a:bodyPr/>
        <a:lstStyle/>
        <a:p>
          <a:endParaRPr lang="en-GB"/>
        </a:p>
      </dgm:t>
    </dgm:pt>
    <dgm:pt modelId="{3CBFB32C-20C9-474D-A7B6-2EDEB04A3632}" type="sibTrans" cxnId="{AA88CB2A-1884-3741-8CD8-82F9715D8DB7}">
      <dgm:prSet/>
      <dgm:spPr/>
      <dgm:t>
        <a:bodyPr/>
        <a:lstStyle/>
        <a:p>
          <a:endParaRPr lang="en-GB"/>
        </a:p>
      </dgm:t>
    </dgm:pt>
    <dgm:pt modelId="{07DE074B-7E89-5B48-A631-941211685E3B}">
      <dgm:prSet/>
      <dgm:spPr/>
      <dgm:t>
        <a:bodyPr/>
        <a:lstStyle/>
        <a:p>
          <a:r>
            <a:rPr lang="en-GB"/>
            <a:t>Numerical Feature Scaling</a:t>
          </a:r>
        </a:p>
      </dgm:t>
    </dgm:pt>
    <dgm:pt modelId="{4242E7AD-784E-454C-8CD6-76F9A5E32770}" type="parTrans" cxnId="{03CF22CB-C312-414E-A7E6-8E22A04C47FE}">
      <dgm:prSet/>
      <dgm:spPr/>
      <dgm:t>
        <a:bodyPr/>
        <a:lstStyle/>
        <a:p>
          <a:endParaRPr lang="en-GB"/>
        </a:p>
      </dgm:t>
    </dgm:pt>
    <dgm:pt modelId="{E373B842-0AEE-6C41-A8AE-4DBAE704B875}" type="sibTrans" cxnId="{03CF22CB-C312-414E-A7E6-8E22A04C47FE}">
      <dgm:prSet/>
      <dgm:spPr/>
      <dgm:t>
        <a:bodyPr/>
        <a:lstStyle/>
        <a:p>
          <a:endParaRPr lang="en-GB"/>
        </a:p>
      </dgm:t>
    </dgm:pt>
    <dgm:pt modelId="{C568B862-B9F7-8345-A602-F7320C3F747E}">
      <dgm:prSet/>
      <dgm:spPr/>
      <dgm:t>
        <a:bodyPr/>
        <a:lstStyle/>
        <a:p>
          <a:r>
            <a:rPr lang="en-GB"/>
            <a:t>SMOTE-Tomek</a:t>
          </a:r>
        </a:p>
      </dgm:t>
    </dgm:pt>
    <dgm:pt modelId="{8C0DBE72-AF6C-FE41-8BD1-D55E596FD990}" type="parTrans" cxnId="{5625ABC9-C508-FF4D-BA23-D05FBA212A81}">
      <dgm:prSet/>
      <dgm:spPr/>
      <dgm:t>
        <a:bodyPr/>
        <a:lstStyle/>
        <a:p>
          <a:endParaRPr lang="en-GB"/>
        </a:p>
      </dgm:t>
    </dgm:pt>
    <dgm:pt modelId="{B9E27478-BAAE-3043-8517-340333A39FCA}" type="sibTrans" cxnId="{5625ABC9-C508-FF4D-BA23-D05FBA212A81}">
      <dgm:prSet/>
      <dgm:spPr/>
      <dgm:t>
        <a:bodyPr/>
        <a:lstStyle/>
        <a:p>
          <a:endParaRPr lang="en-GB"/>
        </a:p>
      </dgm:t>
    </dgm:pt>
    <dgm:pt modelId="{52B9CC8D-0513-3D44-A81D-B5F2CA78D492}">
      <dgm:prSet/>
      <dgm:spPr/>
      <dgm:t>
        <a:bodyPr/>
        <a:lstStyle/>
        <a:p>
          <a:r>
            <a:rPr lang="en-GB"/>
            <a:t>Load Dataset</a:t>
          </a:r>
        </a:p>
      </dgm:t>
    </dgm:pt>
    <dgm:pt modelId="{E9F1798E-6D7F-D74E-84E9-7EBAC9E04CB0}" type="parTrans" cxnId="{2EC117E4-6D78-A840-9083-D5D08EA6374F}">
      <dgm:prSet/>
      <dgm:spPr/>
      <dgm:t>
        <a:bodyPr/>
        <a:lstStyle/>
        <a:p>
          <a:endParaRPr lang="en-GB"/>
        </a:p>
      </dgm:t>
    </dgm:pt>
    <dgm:pt modelId="{D5BC051E-ED93-404F-8972-8023B3591E98}" type="sibTrans" cxnId="{2EC117E4-6D78-A840-9083-D5D08EA6374F}">
      <dgm:prSet/>
      <dgm:spPr/>
      <dgm:t>
        <a:bodyPr/>
        <a:lstStyle/>
        <a:p>
          <a:endParaRPr lang="en-GB"/>
        </a:p>
      </dgm:t>
    </dgm:pt>
    <dgm:pt modelId="{CECA008C-E475-4447-86BE-76B45D0D3C98}" type="pres">
      <dgm:prSet presAssocID="{C66E719D-4F13-4B44-9D1D-902CCB0BC02C}" presName="Name0" presStyleCnt="0">
        <dgm:presLayoutVars>
          <dgm:dir/>
          <dgm:resizeHandles val="exact"/>
        </dgm:presLayoutVars>
      </dgm:prSet>
      <dgm:spPr/>
    </dgm:pt>
    <dgm:pt modelId="{9EA1256F-8107-C941-9C9B-0A3D336B516C}" type="pres">
      <dgm:prSet presAssocID="{52B9CC8D-0513-3D44-A81D-B5F2CA78D492}" presName="node" presStyleLbl="node1" presStyleIdx="0" presStyleCnt="8">
        <dgm:presLayoutVars>
          <dgm:bulletEnabled val="1"/>
        </dgm:presLayoutVars>
      </dgm:prSet>
      <dgm:spPr/>
    </dgm:pt>
    <dgm:pt modelId="{F270EFE7-7763-9840-8F17-61478C5330CF}" type="pres">
      <dgm:prSet presAssocID="{D5BC051E-ED93-404F-8972-8023B3591E98}" presName="sibTrans" presStyleLbl="sibTrans2D1" presStyleIdx="0" presStyleCnt="7"/>
      <dgm:spPr/>
    </dgm:pt>
    <dgm:pt modelId="{332ED973-49CE-E145-9004-929E2739ED1C}" type="pres">
      <dgm:prSet presAssocID="{D5BC051E-ED93-404F-8972-8023B3591E98}" presName="connectorText" presStyleLbl="sibTrans2D1" presStyleIdx="0" presStyleCnt="7"/>
      <dgm:spPr/>
    </dgm:pt>
    <dgm:pt modelId="{23255FC2-9854-DF4C-AD70-D0E9C4531E37}" type="pres">
      <dgm:prSet presAssocID="{8E01435D-0726-6647-9E15-31576AAEAE96}" presName="node" presStyleLbl="node1" presStyleIdx="1" presStyleCnt="8">
        <dgm:presLayoutVars>
          <dgm:bulletEnabled val="1"/>
        </dgm:presLayoutVars>
      </dgm:prSet>
      <dgm:spPr/>
    </dgm:pt>
    <dgm:pt modelId="{CE53F8EE-F412-6B4A-A6E9-7FF4551E49D2}" type="pres">
      <dgm:prSet presAssocID="{C14ECD43-AC10-5648-BEDC-5FC898E58F65}" presName="sibTrans" presStyleLbl="sibTrans2D1" presStyleIdx="1" presStyleCnt="7"/>
      <dgm:spPr/>
    </dgm:pt>
    <dgm:pt modelId="{EC5CD2B5-7350-1B4B-95B2-0059D5AEC982}" type="pres">
      <dgm:prSet presAssocID="{C14ECD43-AC10-5648-BEDC-5FC898E58F65}" presName="connectorText" presStyleLbl="sibTrans2D1" presStyleIdx="1" presStyleCnt="7"/>
      <dgm:spPr/>
    </dgm:pt>
    <dgm:pt modelId="{74CF5377-33A3-7547-AE15-470109362F2D}" type="pres">
      <dgm:prSet presAssocID="{FC1B622A-0DB3-F74C-BF94-CD5FD533F0AF}" presName="node" presStyleLbl="node1" presStyleIdx="2" presStyleCnt="8">
        <dgm:presLayoutVars>
          <dgm:bulletEnabled val="1"/>
        </dgm:presLayoutVars>
      </dgm:prSet>
      <dgm:spPr/>
    </dgm:pt>
    <dgm:pt modelId="{5C9DF917-89FA-944F-A346-D6B684C1C91D}" type="pres">
      <dgm:prSet presAssocID="{90F3B781-DCD1-5342-B20A-73027970B32B}" presName="sibTrans" presStyleLbl="sibTrans2D1" presStyleIdx="2" presStyleCnt="7"/>
      <dgm:spPr/>
    </dgm:pt>
    <dgm:pt modelId="{00D1553F-E6EC-A84A-8D53-F7FDCC59EE18}" type="pres">
      <dgm:prSet presAssocID="{90F3B781-DCD1-5342-B20A-73027970B32B}" presName="connectorText" presStyleLbl="sibTrans2D1" presStyleIdx="2" presStyleCnt="7"/>
      <dgm:spPr/>
    </dgm:pt>
    <dgm:pt modelId="{D28C16D3-2995-B24C-9EC3-7C6201F082A7}" type="pres">
      <dgm:prSet presAssocID="{9DD059B6-2221-6347-93A7-D8C73817B9CE}" presName="node" presStyleLbl="node1" presStyleIdx="3" presStyleCnt="8">
        <dgm:presLayoutVars>
          <dgm:bulletEnabled val="1"/>
        </dgm:presLayoutVars>
      </dgm:prSet>
      <dgm:spPr/>
    </dgm:pt>
    <dgm:pt modelId="{7115D0D3-44A0-224E-B997-B2B8046C8401}" type="pres">
      <dgm:prSet presAssocID="{810BF240-1BB9-534A-A77B-3438CFE61489}" presName="sibTrans" presStyleLbl="sibTrans2D1" presStyleIdx="3" presStyleCnt="7"/>
      <dgm:spPr/>
    </dgm:pt>
    <dgm:pt modelId="{B4FF7B83-C698-A64D-9341-EEE31C086BF1}" type="pres">
      <dgm:prSet presAssocID="{810BF240-1BB9-534A-A77B-3438CFE61489}" presName="connectorText" presStyleLbl="sibTrans2D1" presStyleIdx="3" presStyleCnt="7"/>
      <dgm:spPr/>
    </dgm:pt>
    <dgm:pt modelId="{4EEB23E0-2EF5-134B-B87F-96F5A690441E}" type="pres">
      <dgm:prSet presAssocID="{5AD82183-898F-6949-965C-9E4577840DF1}" presName="node" presStyleLbl="node1" presStyleIdx="4" presStyleCnt="8">
        <dgm:presLayoutVars>
          <dgm:bulletEnabled val="1"/>
        </dgm:presLayoutVars>
      </dgm:prSet>
      <dgm:spPr/>
    </dgm:pt>
    <dgm:pt modelId="{9981D731-F750-7F45-84D4-5A27DE6E50A3}" type="pres">
      <dgm:prSet presAssocID="{44FD0E87-F61A-5F4A-9881-E9158586F3C0}" presName="sibTrans" presStyleLbl="sibTrans2D1" presStyleIdx="4" presStyleCnt="7"/>
      <dgm:spPr/>
    </dgm:pt>
    <dgm:pt modelId="{A725C2F3-AFA1-E14E-9D79-05731EB01BDB}" type="pres">
      <dgm:prSet presAssocID="{44FD0E87-F61A-5F4A-9881-E9158586F3C0}" presName="connectorText" presStyleLbl="sibTrans2D1" presStyleIdx="4" presStyleCnt="7"/>
      <dgm:spPr/>
    </dgm:pt>
    <dgm:pt modelId="{1805224C-BA8F-594F-A4CE-B52F8476D857}" type="pres">
      <dgm:prSet presAssocID="{69AB1DB3-5494-AD45-BB49-8E3D1C998C93}" presName="node" presStyleLbl="node1" presStyleIdx="5" presStyleCnt="8">
        <dgm:presLayoutVars>
          <dgm:bulletEnabled val="1"/>
        </dgm:presLayoutVars>
      </dgm:prSet>
      <dgm:spPr/>
    </dgm:pt>
    <dgm:pt modelId="{EC3C744D-E797-464E-A3F3-BDF12495C00E}" type="pres">
      <dgm:prSet presAssocID="{3CBFB32C-20C9-474D-A7B6-2EDEB04A3632}" presName="sibTrans" presStyleLbl="sibTrans2D1" presStyleIdx="5" presStyleCnt="7"/>
      <dgm:spPr/>
    </dgm:pt>
    <dgm:pt modelId="{A963170C-5A0E-C34D-8B2C-4CF2A9D5F0A0}" type="pres">
      <dgm:prSet presAssocID="{3CBFB32C-20C9-474D-A7B6-2EDEB04A3632}" presName="connectorText" presStyleLbl="sibTrans2D1" presStyleIdx="5" presStyleCnt="7"/>
      <dgm:spPr/>
    </dgm:pt>
    <dgm:pt modelId="{86D52560-7D94-1543-BC0E-F15C2496ECF2}" type="pres">
      <dgm:prSet presAssocID="{07DE074B-7E89-5B48-A631-941211685E3B}" presName="node" presStyleLbl="node1" presStyleIdx="6" presStyleCnt="8">
        <dgm:presLayoutVars>
          <dgm:bulletEnabled val="1"/>
        </dgm:presLayoutVars>
      </dgm:prSet>
      <dgm:spPr/>
    </dgm:pt>
    <dgm:pt modelId="{FEF30984-403E-3145-AD6E-BE96C8725F36}" type="pres">
      <dgm:prSet presAssocID="{E373B842-0AEE-6C41-A8AE-4DBAE704B875}" presName="sibTrans" presStyleLbl="sibTrans2D1" presStyleIdx="6" presStyleCnt="7"/>
      <dgm:spPr/>
    </dgm:pt>
    <dgm:pt modelId="{5BF4A39B-BE8D-6B45-AD41-A62D92CBC72A}" type="pres">
      <dgm:prSet presAssocID="{E373B842-0AEE-6C41-A8AE-4DBAE704B875}" presName="connectorText" presStyleLbl="sibTrans2D1" presStyleIdx="6" presStyleCnt="7"/>
      <dgm:spPr/>
    </dgm:pt>
    <dgm:pt modelId="{21FF5949-E0A5-DC40-9EC1-61875313DCC7}" type="pres">
      <dgm:prSet presAssocID="{C568B862-B9F7-8345-A602-F7320C3F747E}" presName="node" presStyleLbl="node1" presStyleIdx="7" presStyleCnt="8">
        <dgm:presLayoutVars>
          <dgm:bulletEnabled val="1"/>
        </dgm:presLayoutVars>
      </dgm:prSet>
      <dgm:spPr/>
    </dgm:pt>
  </dgm:ptLst>
  <dgm:cxnLst>
    <dgm:cxn modelId="{495E1F06-7EEB-B648-8487-7215BC07E4FA}" srcId="{C66E719D-4F13-4B44-9D1D-902CCB0BC02C}" destId="{9DD059B6-2221-6347-93A7-D8C73817B9CE}" srcOrd="3" destOrd="0" parTransId="{244566E8-E0DD-2C43-BBFF-0F18C9C17DE9}" sibTransId="{810BF240-1BB9-534A-A77B-3438CFE61489}"/>
    <dgm:cxn modelId="{8B93EE0C-EFCB-F940-8678-9048EA1906B2}" type="presOf" srcId="{9DD059B6-2221-6347-93A7-D8C73817B9CE}" destId="{D28C16D3-2995-B24C-9EC3-7C6201F082A7}" srcOrd="0" destOrd="0" presId="urn:microsoft.com/office/officeart/2005/8/layout/process1"/>
    <dgm:cxn modelId="{27851C1C-8501-9844-A58C-B85A53F86030}" srcId="{C66E719D-4F13-4B44-9D1D-902CCB0BC02C}" destId="{8E01435D-0726-6647-9E15-31576AAEAE96}" srcOrd="1" destOrd="0" parTransId="{E35B3BAC-E197-004A-8700-455B904E7A85}" sibTransId="{C14ECD43-AC10-5648-BEDC-5FC898E58F65}"/>
    <dgm:cxn modelId="{02C6FD22-7AA3-784F-80DA-1B1EC281F9C3}" type="presOf" srcId="{07DE074B-7E89-5B48-A631-941211685E3B}" destId="{86D52560-7D94-1543-BC0E-F15C2496ECF2}" srcOrd="0" destOrd="0" presId="urn:microsoft.com/office/officeart/2005/8/layout/process1"/>
    <dgm:cxn modelId="{D8449828-0072-424E-ADE6-F721B574DBE6}" type="presOf" srcId="{8E01435D-0726-6647-9E15-31576AAEAE96}" destId="{23255FC2-9854-DF4C-AD70-D0E9C4531E37}" srcOrd="0" destOrd="0" presId="urn:microsoft.com/office/officeart/2005/8/layout/process1"/>
    <dgm:cxn modelId="{AA88CB2A-1884-3741-8CD8-82F9715D8DB7}" srcId="{C66E719D-4F13-4B44-9D1D-902CCB0BC02C}" destId="{69AB1DB3-5494-AD45-BB49-8E3D1C998C93}" srcOrd="5" destOrd="0" parTransId="{62F6A533-00A6-2F4D-B3CE-BAC359001A95}" sibTransId="{3CBFB32C-20C9-474D-A7B6-2EDEB04A3632}"/>
    <dgm:cxn modelId="{FAAC2031-B179-0E43-8D40-170F47AD655D}" type="presOf" srcId="{810BF240-1BB9-534A-A77B-3438CFE61489}" destId="{7115D0D3-44A0-224E-B997-B2B8046C8401}" srcOrd="0" destOrd="0" presId="urn:microsoft.com/office/officeart/2005/8/layout/process1"/>
    <dgm:cxn modelId="{8FB4D437-06BE-2C41-AAAD-0CA47093AB7E}" type="presOf" srcId="{5AD82183-898F-6949-965C-9E4577840DF1}" destId="{4EEB23E0-2EF5-134B-B87F-96F5A690441E}" srcOrd="0" destOrd="0" presId="urn:microsoft.com/office/officeart/2005/8/layout/process1"/>
    <dgm:cxn modelId="{4D653C46-1058-6F47-B0C2-018B69D96E2B}" srcId="{C66E719D-4F13-4B44-9D1D-902CCB0BC02C}" destId="{5AD82183-898F-6949-965C-9E4577840DF1}" srcOrd="4" destOrd="0" parTransId="{51FE2657-2764-0449-9455-1709A1F61E4E}" sibTransId="{44FD0E87-F61A-5F4A-9881-E9158586F3C0}"/>
    <dgm:cxn modelId="{112B564B-C703-E840-B406-901D2B74FAFC}" type="presOf" srcId="{44FD0E87-F61A-5F4A-9881-E9158586F3C0}" destId="{9981D731-F750-7F45-84D4-5A27DE6E50A3}" srcOrd="0" destOrd="0" presId="urn:microsoft.com/office/officeart/2005/8/layout/process1"/>
    <dgm:cxn modelId="{F7E3634E-0DD0-5C4B-BC2A-91FA1908F8C9}" type="presOf" srcId="{C66E719D-4F13-4B44-9D1D-902CCB0BC02C}" destId="{CECA008C-E475-4447-86BE-76B45D0D3C98}" srcOrd="0" destOrd="0" presId="urn:microsoft.com/office/officeart/2005/8/layout/process1"/>
    <dgm:cxn modelId="{D319BD55-424D-E54E-804E-8DC0026BDFED}" type="presOf" srcId="{3CBFB32C-20C9-474D-A7B6-2EDEB04A3632}" destId="{A963170C-5A0E-C34D-8B2C-4CF2A9D5F0A0}" srcOrd="1" destOrd="0" presId="urn:microsoft.com/office/officeart/2005/8/layout/process1"/>
    <dgm:cxn modelId="{6A8F1661-496C-5C40-A1D8-5605306E566E}" type="presOf" srcId="{D5BC051E-ED93-404F-8972-8023B3591E98}" destId="{332ED973-49CE-E145-9004-929E2739ED1C}" srcOrd="1" destOrd="0" presId="urn:microsoft.com/office/officeart/2005/8/layout/process1"/>
    <dgm:cxn modelId="{DF523F70-3BB4-7547-98B8-4649B1EB333D}" type="presOf" srcId="{C568B862-B9F7-8345-A602-F7320C3F747E}" destId="{21FF5949-E0A5-DC40-9EC1-61875313DCC7}" srcOrd="0" destOrd="0" presId="urn:microsoft.com/office/officeart/2005/8/layout/process1"/>
    <dgm:cxn modelId="{C2650A78-D64A-9F44-AEF4-AD633807296A}" type="presOf" srcId="{C14ECD43-AC10-5648-BEDC-5FC898E58F65}" destId="{EC5CD2B5-7350-1B4B-95B2-0059D5AEC982}" srcOrd="1" destOrd="0" presId="urn:microsoft.com/office/officeart/2005/8/layout/process1"/>
    <dgm:cxn modelId="{0EBF898B-40A4-C24F-A858-7A4C44C95356}" type="presOf" srcId="{C14ECD43-AC10-5648-BEDC-5FC898E58F65}" destId="{CE53F8EE-F412-6B4A-A6E9-7FF4551E49D2}" srcOrd="0" destOrd="0" presId="urn:microsoft.com/office/officeart/2005/8/layout/process1"/>
    <dgm:cxn modelId="{3843C08B-22B7-B542-822B-C1BA75B70797}" type="presOf" srcId="{E373B842-0AEE-6C41-A8AE-4DBAE704B875}" destId="{5BF4A39B-BE8D-6B45-AD41-A62D92CBC72A}" srcOrd="1" destOrd="0" presId="urn:microsoft.com/office/officeart/2005/8/layout/process1"/>
    <dgm:cxn modelId="{C1581696-A74E-C943-B71E-0FE534C9B9F3}" type="presOf" srcId="{69AB1DB3-5494-AD45-BB49-8E3D1C998C93}" destId="{1805224C-BA8F-594F-A4CE-B52F8476D857}" srcOrd="0" destOrd="0" presId="urn:microsoft.com/office/officeart/2005/8/layout/process1"/>
    <dgm:cxn modelId="{CB57109C-B32D-B84F-BCDC-7BA3A402CEED}" type="presOf" srcId="{E373B842-0AEE-6C41-A8AE-4DBAE704B875}" destId="{FEF30984-403E-3145-AD6E-BE96C8725F36}" srcOrd="0" destOrd="0" presId="urn:microsoft.com/office/officeart/2005/8/layout/process1"/>
    <dgm:cxn modelId="{FD1E20AA-FF6A-064A-B677-1CBE0336F8CD}" type="presOf" srcId="{D5BC051E-ED93-404F-8972-8023B3591E98}" destId="{F270EFE7-7763-9840-8F17-61478C5330CF}" srcOrd="0" destOrd="0" presId="urn:microsoft.com/office/officeart/2005/8/layout/process1"/>
    <dgm:cxn modelId="{3BDE4BAA-08BF-4245-BBD9-43EA1E3827C8}" type="presOf" srcId="{3CBFB32C-20C9-474D-A7B6-2EDEB04A3632}" destId="{EC3C744D-E797-464E-A3F3-BDF12495C00E}" srcOrd="0" destOrd="0" presId="urn:microsoft.com/office/officeart/2005/8/layout/process1"/>
    <dgm:cxn modelId="{7C7BC8AA-CC6A-8A45-8A70-AB89985942B8}" type="presOf" srcId="{52B9CC8D-0513-3D44-A81D-B5F2CA78D492}" destId="{9EA1256F-8107-C941-9C9B-0A3D336B516C}" srcOrd="0" destOrd="0" presId="urn:microsoft.com/office/officeart/2005/8/layout/process1"/>
    <dgm:cxn modelId="{103C78B3-4912-F24E-9714-19A44C1CC12D}" type="presOf" srcId="{810BF240-1BB9-534A-A77B-3438CFE61489}" destId="{B4FF7B83-C698-A64D-9341-EEE31C086BF1}" srcOrd="1" destOrd="0" presId="urn:microsoft.com/office/officeart/2005/8/layout/process1"/>
    <dgm:cxn modelId="{5625ABC9-C508-FF4D-BA23-D05FBA212A81}" srcId="{C66E719D-4F13-4B44-9D1D-902CCB0BC02C}" destId="{C568B862-B9F7-8345-A602-F7320C3F747E}" srcOrd="7" destOrd="0" parTransId="{8C0DBE72-AF6C-FE41-8BD1-D55E596FD990}" sibTransId="{B9E27478-BAAE-3043-8517-340333A39FCA}"/>
    <dgm:cxn modelId="{03CF22CB-C312-414E-A7E6-8E22A04C47FE}" srcId="{C66E719D-4F13-4B44-9D1D-902CCB0BC02C}" destId="{07DE074B-7E89-5B48-A631-941211685E3B}" srcOrd="6" destOrd="0" parTransId="{4242E7AD-784E-454C-8CD6-76F9A5E32770}" sibTransId="{E373B842-0AEE-6C41-A8AE-4DBAE704B875}"/>
    <dgm:cxn modelId="{E59493D3-7DD7-A040-8FE4-512B265C224D}" type="presOf" srcId="{FC1B622A-0DB3-F74C-BF94-CD5FD533F0AF}" destId="{74CF5377-33A3-7547-AE15-470109362F2D}" srcOrd="0" destOrd="0" presId="urn:microsoft.com/office/officeart/2005/8/layout/process1"/>
    <dgm:cxn modelId="{88D0C5D9-0269-1C4D-9C25-84E5EB0155C5}" srcId="{C66E719D-4F13-4B44-9D1D-902CCB0BC02C}" destId="{FC1B622A-0DB3-F74C-BF94-CD5FD533F0AF}" srcOrd="2" destOrd="0" parTransId="{CAA47039-8D66-444B-83D4-06119B73A7B5}" sibTransId="{90F3B781-DCD1-5342-B20A-73027970B32B}"/>
    <dgm:cxn modelId="{F5A49BE0-556E-BF4D-9C30-E7C560CC809D}" type="presOf" srcId="{90F3B781-DCD1-5342-B20A-73027970B32B}" destId="{00D1553F-E6EC-A84A-8D53-F7FDCC59EE18}" srcOrd="1" destOrd="0" presId="urn:microsoft.com/office/officeart/2005/8/layout/process1"/>
    <dgm:cxn modelId="{C860CCE2-0423-7042-9FDE-AA4AA379CBD6}" type="presOf" srcId="{90F3B781-DCD1-5342-B20A-73027970B32B}" destId="{5C9DF917-89FA-944F-A346-D6B684C1C91D}" srcOrd="0" destOrd="0" presId="urn:microsoft.com/office/officeart/2005/8/layout/process1"/>
    <dgm:cxn modelId="{2EC117E4-6D78-A840-9083-D5D08EA6374F}" srcId="{C66E719D-4F13-4B44-9D1D-902CCB0BC02C}" destId="{52B9CC8D-0513-3D44-A81D-B5F2CA78D492}" srcOrd="0" destOrd="0" parTransId="{E9F1798E-6D7F-D74E-84E9-7EBAC9E04CB0}" sibTransId="{D5BC051E-ED93-404F-8972-8023B3591E98}"/>
    <dgm:cxn modelId="{BA943CE8-31A7-2546-924F-2CFA3B8B9D1D}" type="presOf" srcId="{44FD0E87-F61A-5F4A-9881-E9158586F3C0}" destId="{A725C2F3-AFA1-E14E-9D79-05731EB01BDB}" srcOrd="1" destOrd="0" presId="urn:microsoft.com/office/officeart/2005/8/layout/process1"/>
    <dgm:cxn modelId="{0B80F9AC-DE12-9446-BBD3-83115AB67A64}" type="presParOf" srcId="{CECA008C-E475-4447-86BE-76B45D0D3C98}" destId="{9EA1256F-8107-C941-9C9B-0A3D336B516C}" srcOrd="0" destOrd="0" presId="urn:microsoft.com/office/officeart/2005/8/layout/process1"/>
    <dgm:cxn modelId="{3FBCA483-FC0B-E74A-9688-3DAE284C32FD}" type="presParOf" srcId="{CECA008C-E475-4447-86BE-76B45D0D3C98}" destId="{F270EFE7-7763-9840-8F17-61478C5330CF}" srcOrd="1" destOrd="0" presId="urn:microsoft.com/office/officeart/2005/8/layout/process1"/>
    <dgm:cxn modelId="{A3D235F6-CB63-6A4C-9AC5-94E0874EBE18}" type="presParOf" srcId="{F270EFE7-7763-9840-8F17-61478C5330CF}" destId="{332ED973-49CE-E145-9004-929E2739ED1C}" srcOrd="0" destOrd="0" presId="urn:microsoft.com/office/officeart/2005/8/layout/process1"/>
    <dgm:cxn modelId="{3D19E6B5-63BF-2747-8844-69F55750C91F}" type="presParOf" srcId="{CECA008C-E475-4447-86BE-76B45D0D3C98}" destId="{23255FC2-9854-DF4C-AD70-D0E9C4531E37}" srcOrd="2" destOrd="0" presId="urn:microsoft.com/office/officeart/2005/8/layout/process1"/>
    <dgm:cxn modelId="{8784311C-B5D3-4948-AAE0-B5ACFD11457E}" type="presParOf" srcId="{CECA008C-E475-4447-86BE-76B45D0D3C98}" destId="{CE53F8EE-F412-6B4A-A6E9-7FF4551E49D2}" srcOrd="3" destOrd="0" presId="urn:microsoft.com/office/officeart/2005/8/layout/process1"/>
    <dgm:cxn modelId="{903E47D3-75B2-9B4B-9CF5-0A9A6EF86384}" type="presParOf" srcId="{CE53F8EE-F412-6B4A-A6E9-7FF4551E49D2}" destId="{EC5CD2B5-7350-1B4B-95B2-0059D5AEC982}" srcOrd="0" destOrd="0" presId="urn:microsoft.com/office/officeart/2005/8/layout/process1"/>
    <dgm:cxn modelId="{94B04C69-3AF3-9B44-8004-7E6FC37B72ED}" type="presParOf" srcId="{CECA008C-E475-4447-86BE-76B45D0D3C98}" destId="{74CF5377-33A3-7547-AE15-470109362F2D}" srcOrd="4" destOrd="0" presId="urn:microsoft.com/office/officeart/2005/8/layout/process1"/>
    <dgm:cxn modelId="{1B417A2A-82C1-E445-A19C-082D51FF6FD5}" type="presParOf" srcId="{CECA008C-E475-4447-86BE-76B45D0D3C98}" destId="{5C9DF917-89FA-944F-A346-D6B684C1C91D}" srcOrd="5" destOrd="0" presId="urn:microsoft.com/office/officeart/2005/8/layout/process1"/>
    <dgm:cxn modelId="{B359FB19-0FFF-E443-8600-DCF4A428BA39}" type="presParOf" srcId="{5C9DF917-89FA-944F-A346-D6B684C1C91D}" destId="{00D1553F-E6EC-A84A-8D53-F7FDCC59EE18}" srcOrd="0" destOrd="0" presId="urn:microsoft.com/office/officeart/2005/8/layout/process1"/>
    <dgm:cxn modelId="{DDF8DDB1-A311-2E44-802E-4359E2A39BEB}" type="presParOf" srcId="{CECA008C-E475-4447-86BE-76B45D0D3C98}" destId="{D28C16D3-2995-B24C-9EC3-7C6201F082A7}" srcOrd="6" destOrd="0" presId="urn:microsoft.com/office/officeart/2005/8/layout/process1"/>
    <dgm:cxn modelId="{57604B52-FBF2-5046-A156-40F8DC7E588C}" type="presParOf" srcId="{CECA008C-E475-4447-86BE-76B45D0D3C98}" destId="{7115D0D3-44A0-224E-B997-B2B8046C8401}" srcOrd="7" destOrd="0" presId="urn:microsoft.com/office/officeart/2005/8/layout/process1"/>
    <dgm:cxn modelId="{38E894A0-0A02-6749-8911-8FB2E6CA6821}" type="presParOf" srcId="{7115D0D3-44A0-224E-B997-B2B8046C8401}" destId="{B4FF7B83-C698-A64D-9341-EEE31C086BF1}" srcOrd="0" destOrd="0" presId="urn:microsoft.com/office/officeart/2005/8/layout/process1"/>
    <dgm:cxn modelId="{D9C4A97D-AC0A-424A-8FC8-33A976804487}" type="presParOf" srcId="{CECA008C-E475-4447-86BE-76B45D0D3C98}" destId="{4EEB23E0-2EF5-134B-B87F-96F5A690441E}" srcOrd="8" destOrd="0" presId="urn:microsoft.com/office/officeart/2005/8/layout/process1"/>
    <dgm:cxn modelId="{2673B1C4-9442-854A-8927-D71A4021E240}" type="presParOf" srcId="{CECA008C-E475-4447-86BE-76B45D0D3C98}" destId="{9981D731-F750-7F45-84D4-5A27DE6E50A3}" srcOrd="9" destOrd="0" presId="urn:microsoft.com/office/officeart/2005/8/layout/process1"/>
    <dgm:cxn modelId="{08844388-1A90-4E4F-925E-E12B4E92349B}" type="presParOf" srcId="{9981D731-F750-7F45-84D4-5A27DE6E50A3}" destId="{A725C2F3-AFA1-E14E-9D79-05731EB01BDB}" srcOrd="0" destOrd="0" presId="urn:microsoft.com/office/officeart/2005/8/layout/process1"/>
    <dgm:cxn modelId="{E5C81D9A-EA50-0544-87F0-8C98DBD3E19A}" type="presParOf" srcId="{CECA008C-E475-4447-86BE-76B45D0D3C98}" destId="{1805224C-BA8F-594F-A4CE-B52F8476D857}" srcOrd="10" destOrd="0" presId="urn:microsoft.com/office/officeart/2005/8/layout/process1"/>
    <dgm:cxn modelId="{BAD44671-E2A1-0943-9909-DABEB4ACF11F}" type="presParOf" srcId="{CECA008C-E475-4447-86BE-76B45D0D3C98}" destId="{EC3C744D-E797-464E-A3F3-BDF12495C00E}" srcOrd="11" destOrd="0" presId="urn:microsoft.com/office/officeart/2005/8/layout/process1"/>
    <dgm:cxn modelId="{880C5B6E-E505-2E49-BF44-06B4AEEBC9E6}" type="presParOf" srcId="{EC3C744D-E797-464E-A3F3-BDF12495C00E}" destId="{A963170C-5A0E-C34D-8B2C-4CF2A9D5F0A0}" srcOrd="0" destOrd="0" presId="urn:microsoft.com/office/officeart/2005/8/layout/process1"/>
    <dgm:cxn modelId="{C3837728-2615-8543-B783-45F7A1C0FE88}" type="presParOf" srcId="{CECA008C-E475-4447-86BE-76B45D0D3C98}" destId="{86D52560-7D94-1543-BC0E-F15C2496ECF2}" srcOrd="12" destOrd="0" presId="urn:microsoft.com/office/officeart/2005/8/layout/process1"/>
    <dgm:cxn modelId="{C65FD635-2996-4B46-99B2-753A27544787}" type="presParOf" srcId="{CECA008C-E475-4447-86BE-76B45D0D3C98}" destId="{FEF30984-403E-3145-AD6E-BE96C8725F36}" srcOrd="13" destOrd="0" presId="urn:microsoft.com/office/officeart/2005/8/layout/process1"/>
    <dgm:cxn modelId="{1F2933F4-8CD0-DD4E-953C-FE81EDB04A0E}" type="presParOf" srcId="{FEF30984-403E-3145-AD6E-BE96C8725F36}" destId="{5BF4A39B-BE8D-6B45-AD41-A62D92CBC72A}" srcOrd="0" destOrd="0" presId="urn:microsoft.com/office/officeart/2005/8/layout/process1"/>
    <dgm:cxn modelId="{ED59D313-0AFB-CA4F-BAF7-F61F475289D4}" type="presParOf" srcId="{CECA008C-E475-4447-86BE-76B45D0D3C98}" destId="{21FF5949-E0A5-DC40-9EC1-61875313DCC7}" srcOrd="14" destOrd="0" presId="urn:microsoft.com/office/officeart/2005/8/layout/process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A1256F-8107-C941-9C9B-0A3D336B516C}">
      <dsp:nvSpPr>
        <dsp:cNvPr id="0" name=""/>
        <dsp:cNvSpPr/>
      </dsp:nvSpPr>
      <dsp:spPr>
        <a:xfrm>
          <a:off x="3340" y="99310"/>
          <a:ext cx="904329" cy="59346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Load Dataset</a:t>
          </a:r>
        </a:p>
      </dsp:txBody>
      <dsp:txXfrm>
        <a:off x="20722" y="116692"/>
        <a:ext cx="869565" cy="558702"/>
      </dsp:txXfrm>
    </dsp:sp>
    <dsp:sp modelId="{F270EFE7-7763-9840-8F17-61478C5330CF}">
      <dsp:nvSpPr>
        <dsp:cNvPr id="0" name=""/>
        <dsp:cNvSpPr/>
      </dsp:nvSpPr>
      <dsp:spPr>
        <a:xfrm>
          <a:off x="998103" y="283907"/>
          <a:ext cx="191717" cy="2242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GB" sz="1000" kern="1200"/>
        </a:p>
      </dsp:txBody>
      <dsp:txXfrm>
        <a:off x="998103" y="328762"/>
        <a:ext cx="134202" cy="134563"/>
      </dsp:txXfrm>
    </dsp:sp>
    <dsp:sp modelId="{23255FC2-9854-DF4C-AD70-D0E9C4531E37}">
      <dsp:nvSpPr>
        <dsp:cNvPr id="0" name=""/>
        <dsp:cNvSpPr/>
      </dsp:nvSpPr>
      <dsp:spPr>
        <a:xfrm>
          <a:off x="1269402" y="99310"/>
          <a:ext cx="904329" cy="59346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dirty="0"/>
            <a:t>Removal of Invalid Records</a:t>
          </a:r>
        </a:p>
      </dsp:txBody>
      <dsp:txXfrm>
        <a:off x="1286784" y="116692"/>
        <a:ext cx="869565" cy="558702"/>
      </dsp:txXfrm>
    </dsp:sp>
    <dsp:sp modelId="{CE53F8EE-F412-6B4A-A6E9-7FF4551E49D2}">
      <dsp:nvSpPr>
        <dsp:cNvPr id="0" name=""/>
        <dsp:cNvSpPr/>
      </dsp:nvSpPr>
      <dsp:spPr>
        <a:xfrm>
          <a:off x="2264165" y="283907"/>
          <a:ext cx="191717" cy="2242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GB" sz="1000" kern="1200"/>
        </a:p>
      </dsp:txBody>
      <dsp:txXfrm>
        <a:off x="2264165" y="328762"/>
        <a:ext cx="134202" cy="134563"/>
      </dsp:txXfrm>
    </dsp:sp>
    <dsp:sp modelId="{74CF5377-33A3-7547-AE15-470109362F2D}">
      <dsp:nvSpPr>
        <dsp:cNvPr id="0" name=""/>
        <dsp:cNvSpPr/>
      </dsp:nvSpPr>
      <dsp:spPr>
        <a:xfrm>
          <a:off x="2535463" y="99310"/>
          <a:ext cx="904329" cy="59346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Target Variable Encoding</a:t>
          </a:r>
        </a:p>
      </dsp:txBody>
      <dsp:txXfrm>
        <a:off x="2552845" y="116692"/>
        <a:ext cx="869565" cy="558702"/>
      </dsp:txXfrm>
    </dsp:sp>
    <dsp:sp modelId="{5C9DF917-89FA-944F-A346-D6B684C1C91D}">
      <dsp:nvSpPr>
        <dsp:cNvPr id="0" name=""/>
        <dsp:cNvSpPr/>
      </dsp:nvSpPr>
      <dsp:spPr>
        <a:xfrm>
          <a:off x="3530226" y="283907"/>
          <a:ext cx="191717" cy="2242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GB" sz="1000" kern="1200"/>
        </a:p>
      </dsp:txBody>
      <dsp:txXfrm>
        <a:off x="3530226" y="328762"/>
        <a:ext cx="134202" cy="134563"/>
      </dsp:txXfrm>
    </dsp:sp>
    <dsp:sp modelId="{D28C16D3-2995-B24C-9EC3-7C6201F082A7}">
      <dsp:nvSpPr>
        <dsp:cNvPr id="0" name=""/>
        <dsp:cNvSpPr/>
      </dsp:nvSpPr>
      <dsp:spPr>
        <a:xfrm>
          <a:off x="3801525" y="99310"/>
          <a:ext cx="904329" cy="59346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dirty="0"/>
            <a:t>Categorical Feature Encoding</a:t>
          </a:r>
        </a:p>
      </dsp:txBody>
      <dsp:txXfrm>
        <a:off x="3818907" y="116692"/>
        <a:ext cx="869565" cy="558702"/>
      </dsp:txXfrm>
    </dsp:sp>
    <dsp:sp modelId="{7115D0D3-44A0-224E-B997-B2B8046C8401}">
      <dsp:nvSpPr>
        <dsp:cNvPr id="0" name=""/>
        <dsp:cNvSpPr/>
      </dsp:nvSpPr>
      <dsp:spPr>
        <a:xfrm>
          <a:off x="4796288" y="283907"/>
          <a:ext cx="191717" cy="2242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GB" sz="1000" kern="1200"/>
        </a:p>
      </dsp:txBody>
      <dsp:txXfrm>
        <a:off x="4796288" y="328762"/>
        <a:ext cx="134202" cy="134563"/>
      </dsp:txXfrm>
    </dsp:sp>
    <dsp:sp modelId="{4EEB23E0-2EF5-134B-B87F-96F5A690441E}">
      <dsp:nvSpPr>
        <dsp:cNvPr id="0" name=""/>
        <dsp:cNvSpPr/>
      </dsp:nvSpPr>
      <dsp:spPr>
        <a:xfrm>
          <a:off x="5067587" y="99310"/>
          <a:ext cx="904329" cy="59346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Feature Engineering</a:t>
          </a:r>
        </a:p>
      </dsp:txBody>
      <dsp:txXfrm>
        <a:off x="5084969" y="116692"/>
        <a:ext cx="869565" cy="558702"/>
      </dsp:txXfrm>
    </dsp:sp>
    <dsp:sp modelId="{9981D731-F750-7F45-84D4-5A27DE6E50A3}">
      <dsp:nvSpPr>
        <dsp:cNvPr id="0" name=""/>
        <dsp:cNvSpPr/>
      </dsp:nvSpPr>
      <dsp:spPr>
        <a:xfrm>
          <a:off x="6062350" y="283907"/>
          <a:ext cx="191717" cy="2242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GB" sz="1000" kern="1200"/>
        </a:p>
      </dsp:txBody>
      <dsp:txXfrm>
        <a:off x="6062350" y="328762"/>
        <a:ext cx="134202" cy="134563"/>
      </dsp:txXfrm>
    </dsp:sp>
    <dsp:sp modelId="{1805224C-BA8F-594F-A4CE-B52F8476D857}">
      <dsp:nvSpPr>
        <dsp:cNvPr id="0" name=""/>
        <dsp:cNvSpPr/>
      </dsp:nvSpPr>
      <dsp:spPr>
        <a:xfrm>
          <a:off x="6333649" y="99310"/>
          <a:ext cx="904329" cy="59346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Train - Test Splitting</a:t>
          </a:r>
        </a:p>
      </dsp:txBody>
      <dsp:txXfrm>
        <a:off x="6351031" y="116692"/>
        <a:ext cx="869565" cy="558702"/>
      </dsp:txXfrm>
    </dsp:sp>
    <dsp:sp modelId="{EC3C744D-E797-464E-A3F3-BDF12495C00E}">
      <dsp:nvSpPr>
        <dsp:cNvPr id="0" name=""/>
        <dsp:cNvSpPr/>
      </dsp:nvSpPr>
      <dsp:spPr>
        <a:xfrm>
          <a:off x="7328411" y="283907"/>
          <a:ext cx="191717" cy="2242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GB" sz="1000" kern="1200"/>
        </a:p>
      </dsp:txBody>
      <dsp:txXfrm>
        <a:off x="7328411" y="328762"/>
        <a:ext cx="134202" cy="134563"/>
      </dsp:txXfrm>
    </dsp:sp>
    <dsp:sp modelId="{86D52560-7D94-1543-BC0E-F15C2496ECF2}">
      <dsp:nvSpPr>
        <dsp:cNvPr id="0" name=""/>
        <dsp:cNvSpPr/>
      </dsp:nvSpPr>
      <dsp:spPr>
        <a:xfrm>
          <a:off x="7599710" y="99310"/>
          <a:ext cx="904329" cy="59346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Numerical Feature Scaling</a:t>
          </a:r>
        </a:p>
      </dsp:txBody>
      <dsp:txXfrm>
        <a:off x="7617092" y="116692"/>
        <a:ext cx="869565" cy="558702"/>
      </dsp:txXfrm>
    </dsp:sp>
    <dsp:sp modelId="{FEF30984-403E-3145-AD6E-BE96C8725F36}">
      <dsp:nvSpPr>
        <dsp:cNvPr id="0" name=""/>
        <dsp:cNvSpPr/>
      </dsp:nvSpPr>
      <dsp:spPr>
        <a:xfrm>
          <a:off x="8594473" y="283907"/>
          <a:ext cx="191717" cy="2242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GB" sz="1000" kern="1200"/>
        </a:p>
      </dsp:txBody>
      <dsp:txXfrm>
        <a:off x="8594473" y="328762"/>
        <a:ext cx="134202" cy="134563"/>
      </dsp:txXfrm>
    </dsp:sp>
    <dsp:sp modelId="{21FF5949-E0A5-DC40-9EC1-61875313DCC7}">
      <dsp:nvSpPr>
        <dsp:cNvPr id="0" name=""/>
        <dsp:cNvSpPr/>
      </dsp:nvSpPr>
      <dsp:spPr>
        <a:xfrm>
          <a:off x="8865772" y="99310"/>
          <a:ext cx="904329" cy="59346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SMOTE-Tomek</a:t>
          </a:r>
        </a:p>
      </dsp:txBody>
      <dsp:txXfrm>
        <a:off x="8883154" y="116692"/>
        <a:ext cx="869565" cy="558702"/>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464472-DAE5-4012-9A5A-CB432293B44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Tw Cen MT" panose="020B0602020104020603" pitchFamily="34" charset="0"/>
            </a:endParaRPr>
          </a:p>
        </p:txBody>
      </p:sp>
      <p:sp>
        <p:nvSpPr>
          <p:cNvPr id="3" name="Date Placeholder 2">
            <a:extLst>
              <a:ext uri="{FF2B5EF4-FFF2-40B4-BE49-F238E27FC236}">
                <a16:creationId xmlns:a16="http://schemas.microsoft.com/office/drawing/2014/main" id="{0586DB41-0314-4E22-8F5A-547FA67B06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233E32-5603-440A-ACDD-7442C88C5FED}" type="datetimeFigureOut">
              <a:rPr lang="en-US" smtClean="0">
                <a:latin typeface="Tw Cen MT" panose="020B0602020104020603" pitchFamily="34" charset="0"/>
              </a:rPr>
              <a:t>1/11/26</a:t>
            </a:fld>
            <a:endParaRPr lang="en-US" dirty="0">
              <a:latin typeface="Tw Cen MT" panose="020B0602020104020603" pitchFamily="34" charset="0"/>
            </a:endParaRPr>
          </a:p>
        </p:txBody>
      </p:sp>
      <p:sp>
        <p:nvSpPr>
          <p:cNvPr id="4" name="Footer Placeholder 3">
            <a:extLst>
              <a:ext uri="{FF2B5EF4-FFF2-40B4-BE49-F238E27FC236}">
                <a16:creationId xmlns:a16="http://schemas.microsoft.com/office/drawing/2014/main" id="{D563188E-D235-4A3B-823C-E0E10F336CC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Tw Cen MT" panose="020B0602020104020603" pitchFamily="34" charset="0"/>
            </a:endParaRPr>
          </a:p>
        </p:txBody>
      </p:sp>
      <p:sp>
        <p:nvSpPr>
          <p:cNvPr id="5" name="Slide Number Placeholder 4">
            <a:extLst>
              <a:ext uri="{FF2B5EF4-FFF2-40B4-BE49-F238E27FC236}">
                <a16:creationId xmlns:a16="http://schemas.microsoft.com/office/drawing/2014/main" id="{04D3A68C-A1CC-4704-8503-01E13B0AED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1BB1589-0F8A-400D-AEF4-57688446A2F5}" type="slidenum">
              <a:rPr lang="en-US" smtClean="0">
                <a:latin typeface="Tw Cen MT" panose="020B0602020104020603" pitchFamily="34" charset="0"/>
              </a:rPr>
              <a:t>‹#›</a:t>
            </a:fld>
            <a:endParaRPr lang="en-US" dirty="0">
              <a:latin typeface="Tw Cen MT" panose="020B0602020104020603" pitchFamily="34" charset="0"/>
            </a:endParaRPr>
          </a:p>
        </p:txBody>
      </p:sp>
    </p:spTree>
    <p:extLst>
      <p:ext uri="{BB962C8B-B14F-4D97-AF65-F5344CB8AC3E}">
        <p14:creationId xmlns:p14="http://schemas.microsoft.com/office/powerpoint/2010/main" val="28219105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Tw Cen MT" panose="020B0602020104020603" pitchFamily="34" charset="0"/>
              </a:defRPr>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Tw Cen MT" panose="020B0602020104020603" pitchFamily="34" charset="0"/>
              </a:defRPr>
            </a:lvl1pPr>
          </a:lstStyle>
          <a:p>
            <a:fld id="{AF4A386A-BFE4-4655-9801-CBB04655F27A}" type="datetimeFigureOut">
              <a:rPr lang="en-US" noProof="0" smtClean="0"/>
              <a:pPr/>
              <a:t>1/11/26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Tw Cen MT" panose="020B0602020104020603" pitchFamily="34" charset="0"/>
              </a:defRPr>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Tw Cen MT" panose="020B0602020104020603" pitchFamily="34" charset="0"/>
              </a:defRPr>
            </a:lvl1pPr>
          </a:lstStyle>
          <a:p>
            <a:fld id="{DAE5FABD-26C8-4F74-B1E3-45BC91BC9D7B}" type="slidenum">
              <a:rPr lang="en-US" noProof="0" smtClean="0"/>
              <a:pPr/>
              <a:t>‹#›</a:t>
            </a:fld>
            <a:endParaRPr lang="en-US" noProof="0" dirty="0"/>
          </a:p>
        </p:txBody>
      </p:sp>
    </p:spTree>
    <p:extLst>
      <p:ext uri="{BB962C8B-B14F-4D97-AF65-F5344CB8AC3E}">
        <p14:creationId xmlns:p14="http://schemas.microsoft.com/office/powerpoint/2010/main" val="2507753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w Cen MT" panose="020B0602020104020603" pitchFamily="34" charset="0"/>
        <a:ea typeface="+mn-ea"/>
        <a:cs typeface="+mn-cs"/>
      </a:defRPr>
    </a:lvl1pPr>
    <a:lvl2pPr marL="457200" algn="l" defTabSz="914400" rtl="0" eaLnBrk="1" latinLnBrk="0" hangingPunct="1">
      <a:defRPr sz="1200" kern="1200">
        <a:solidFill>
          <a:schemeClr val="tx1"/>
        </a:solidFill>
        <a:latin typeface="Tw Cen MT" panose="020B0602020104020603" pitchFamily="34" charset="0"/>
        <a:ea typeface="+mn-ea"/>
        <a:cs typeface="+mn-cs"/>
      </a:defRPr>
    </a:lvl2pPr>
    <a:lvl3pPr marL="914400" algn="l" defTabSz="914400" rtl="0" eaLnBrk="1" latinLnBrk="0" hangingPunct="1">
      <a:defRPr sz="1200" kern="1200">
        <a:solidFill>
          <a:schemeClr val="tx1"/>
        </a:solidFill>
        <a:latin typeface="Tw Cen MT" panose="020B0602020104020603" pitchFamily="34" charset="0"/>
        <a:ea typeface="+mn-ea"/>
        <a:cs typeface="+mn-cs"/>
      </a:defRPr>
    </a:lvl3pPr>
    <a:lvl4pPr marL="1371600" algn="l" defTabSz="914400" rtl="0" eaLnBrk="1" latinLnBrk="0" hangingPunct="1">
      <a:defRPr sz="1200" kern="1200">
        <a:solidFill>
          <a:schemeClr val="tx1"/>
        </a:solidFill>
        <a:latin typeface="Tw Cen MT" panose="020B0602020104020603" pitchFamily="34" charset="0"/>
        <a:ea typeface="+mn-ea"/>
        <a:cs typeface="+mn-cs"/>
      </a:defRPr>
    </a:lvl4pPr>
    <a:lvl5pPr marL="1828800" algn="l" defTabSz="914400" rtl="0" eaLnBrk="1" latinLnBrk="0" hangingPunct="1">
      <a:defRPr sz="1200" kern="1200">
        <a:solidFill>
          <a:schemeClr val="tx1"/>
        </a:solidFill>
        <a:latin typeface="Tw Cen MT" panose="020B06020201040206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1</a:t>
            </a:fld>
            <a:endParaRPr lang="en-US" noProof="0" dirty="0"/>
          </a:p>
        </p:txBody>
      </p:sp>
    </p:spTree>
    <p:extLst>
      <p:ext uri="{BB962C8B-B14F-4D97-AF65-F5344CB8AC3E}">
        <p14:creationId xmlns:p14="http://schemas.microsoft.com/office/powerpoint/2010/main" val="35247467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2</a:t>
            </a:fld>
            <a:endParaRPr lang="en-US" noProof="0" dirty="0"/>
          </a:p>
        </p:txBody>
      </p:sp>
    </p:spTree>
    <p:extLst>
      <p:ext uri="{BB962C8B-B14F-4D97-AF65-F5344CB8AC3E}">
        <p14:creationId xmlns:p14="http://schemas.microsoft.com/office/powerpoint/2010/main" val="554146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3</a:t>
            </a:fld>
            <a:endParaRPr lang="en-US" noProof="0" dirty="0"/>
          </a:p>
        </p:txBody>
      </p:sp>
    </p:spTree>
    <p:extLst>
      <p:ext uri="{BB962C8B-B14F-4D97-AF65-F5344CB8AC3E}">
        <p14:creationId xmlns:p14="http://schemas.microsoft.com/office/powerpoint/2010/main" val="4098736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4</a:t>
            </a:fld>
            <a:endParaRPr lang="en-US" noProof="0" dirty="0"/>
          </a:p>
        </p:txBody>
      </p:sp>
    </p:spTree>
    <p:extLst>
      <p:ext uri="{BB962C8B-B14F-4D97-AF65-F5344CB8AC3E}">
        <p14:creationId xmlns:p14="http://schemas.microsoft.com/office/powerpoint/2010/main" val="19352942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5</a:t>
            </a:fld>
            <a:endParaRPr lang="en-US" noProof="0" dirty="0"/>
          </a:p>
        </p:txBody>
      </p:sp>
    </p:spTree>
    <p:extLst>
      <p:ext uri="{BB962C8B-B14F-4D97-AF65-F5344CB8AC3E}">
        <p14:creationId xmlns:p14="http://schemas.microsoft.com/office/powerpoint/2010/main" val="14658239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9</a:t>
            </a:fld>
            <a:endParaRPr lang="en-US" noProof="0" dirty="0"/>
          </a:p>
        </p:txBody>
      </p:sp>
    </p:spTree>
    <p:extLst>
      <p:ext uri="{BB962C8B-B14F-4D97-AF65-F5344CB8AC3E}">
        <p14:creationId xmlns:p14="http://schemas.microsoft.com/office/powerpoint/2010/main" val="3782231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10</a:t>
            </a:fld>
            <a:endParaRPr lang="en-US" noProof="0" dirty="0"/>
          </a:p>
        </p:txBody>
      </p:sp>
    </p:spTree>
    <p:extLst>
      <p:ext uri="{BB962C8B-B14F-4D97-AF65-F5344CB8AC3E}">
        <p14:creationId xmlns:p14="http://schemas.microsoft.com/office/powerpoint/2010/main" val="3147987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p:nvPr>
        </p:nvSpPr>
        <p:spPr>
          <a:xfrm>
            <a:off x="1378135" y="1219199"/>
            <a:ext cx="7232465" cy="2732439"/>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GB" noProof="0"/>
              <a:t>Click to edit Master title style</a:t>
            </a:r>
            <a:endParaRPr lang="en-US" noProof="0"/>
          </a:p>
        </p:txBody>
      </p:sp>
      <p:sp>
        <p:nvSpPr>
          <p:cNvPr id="3" name="Subtitle 2"/>
          <p:cNvSpPr>
            <a:spLocks noGrp="1"/>
          </p:cNvSpPr>
          <p:nvPr>
            <p:ph type="subTitle" idx="1"/>
          </p:nvPr>
        </p:nvSpPr>
        <p:spPr>
          <a:xfrm>
            <a:off x="1378134" y="4069079"/>
            <a:ext cx="502266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GB" noProof="0"/>
              <a:t>Click to edit Master subtitle style</a:t>
            </a:r>
            <a:endParaRPr lang="en-US" noProof="0"/>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2625404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p:nvPr>
        </p:nvSpPr>
        <p:spPr>
          <a:xfrm>
            <a:off x="1378135" y="1219199"/>
            <a:ext cx="7232465" cy="2732439"/>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GB" noProof="0"/>
              <a:t>Click to edit Master title style</a:t>
            </a:r>
            <a:endParaRPr lang="en-US" noProof="0"/>
          </a:p>
        </p:txBody>
      </p:sp>
      <p:sp>
        <p:nvSpPr>
          <p:cNvPr id="3" name="Subtitle 2"/>
          <p:cNvSpPr>
            <a:spLocks noGrp="1"/>
          </p:cNvSpPr>
          <p:nvPr>
            <p:ph type="subTitle" idx="1"/>
          </p:nvPr>
        </p:nvSpPr>
        <p:spPr>
          <a:xfrm>
            <a:off x="1378134" y="4069079"/>
            <a:ext cx="502266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GB" noProof="0"/>
              <a:t>Click to edit Master subtitle style</a:t>
            </a:r>
            <a:endParaRPr lang="en-US" noProof="0"/>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1392082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11" name="Text Placeholder 16">
            <a:extLst>
              <a:ext uri="{FF2B5EF4-FFF2-40B4-BE49-F238E27FC236}">
                <a16:creationId xmlns:a16="http://schemas.microsoft.com/office/drawing/2014/main" id="{50D09E5B-B146-4D08-82EC-846DD89B0B87}"/>
              </a:ext>
              <a:ext uri="{C183D7F6-B498-43B3-948B-1728B52AA6E4}">
                <adec:decorative xmlns:adec="http://schemas.microsoft.com/office/drawing/2017/decorative" val="1"/>
              </a:ext>
            </a:extLst>
          </p:cNvPr>
          <p:cNvSpPr>
            <a:spLocks noGrp="1"/>
          </p:cNvSpPr>
          <p:nvPr>
            <p:ph type="body" sz="quarter" idx="16" hasCustomPrompt="1"/>
          </p:nvPr>
        </p:nvSpPr>
        <p:spPr>
          <a:xfrm>
            <a:off x="660462" y="0"/>
            <a:ext cx="9931338" cy="6823040"/>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2" name="Text Placeholder 16">
            <a:extLst>
              <a:ext uri="{FF2B5EF4-FFF2-40B4-BE49-F238E27FC236}">
                <a16:creationId xmlns:a16="http://schemas.microsoft.com/office/drawing/2014/main" id="{88940597-2E9A-4141-B2D0-C488487F11D7}"/>
              </a:ext>
              <a:ext uri="{C183D7F6-B498-43B3-948B-1728B52AA6E4}">
                <adec:decorative xmlns:adec="http://schemas.microsoft.com/office/drawing/2017/decorative" val="1"/>
              </a:ext>
            </a:extLst>
          </p:cNvPr>
          <p:cNvSpPr>
            <a:spLocks noGrp="1"/>
          </p:cNvSpPr>
          <p:nvPr>
            <p:ph type="body" sz="quarter" idx="17" hasCustomPrompt="1"/>
          </p:nvPr>
        </p:nvSpPr>
        <p:spPr>
          <a:xfrm>
            <a:off x="533400" y="0"/>
            <a:ext cx="50863"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990600" y="609600"/>
            <a:ext cx="7429500" cy="56388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95400" y="1905000"/>
            <a:ext cx="5864382" cy="2275238"/>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GB"/>
              <a:t>Click to edit Master title style</a:t>
            </a:r>
            <a:endParaRPr lang="en-US" dirty="0"/>
          </a:p>
        </p:txBody>
      </p:sp>
      <p:sp>
        <p:nvSpPr>
          <p:cNvPr id="3" name="Subtitle 2"/>
          <p:cNvSpPr>
            <a:spLocks noGrp="1"/>
          </p:cNvSpPr>
          <p:nvPr>
            <p:ph type="subTitle" idx="1"/>
          </p:nvPr>
        </p:nvSpPr>
        <p:spPr>
          <a:xfrm>
            <a:off x="1295400" y="4297679"/>
            <a:ext cx="407258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GB"/>
              <a:t>Click to edit Master subtitle style</a:t>
            </a:r>
            <a:endParaRPr lang="en-US" dirty="0"/>
          </a:p>
        </p:txBody>
      </p:sp>
      <p:sp>
        <p:nvSpPr>
          <p:cNvPr id="13" name="Text Placeholder 16">
            <a:extLst>
              <a:ext uri="{FF2B5EF4-FFF2-40B4-BE49-F238E27FC236}">
                <a16:creationId xmlns:a16="http://schemas.microsoft.com/office/drawing/2014/main" id="{EA44EEDB-C599-41AA-9D84-D53811C28804}"/>
              </a:ext>
              <a:ext uri="{C183D7F6-B498-43B3-948B-1728B52AA6E4}">
                <adec:decorative xmlns:adec="http://schemas.microsoft.com/office/drawing/2017/decorative" val="1"/>
              </a:ext>
            </a:extLst>
          </p:cNvPr>
          <p:cNvSpPr>
            <a:spLocks noGrp="1"/>
          </p:cNvSpPr>
          <p:nvPr>
            <p:ph type="body" sz="quarter" idx="18" hasCustomPrompt="1"/>
          </p:nvPr>
        </p:nvSpPr>
        <p:spPr>
          <a:xfrm>
            <a:off x="450896" y="0"/>
            <a:ext cx="63502"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4" name="Text Placeholder 16">
            <a:extLst>
              <a:ext uri="{FF2B5EF4-FFF2-40B4-BE49-F238E27FC236}">
                <a16:creationId xmlns:a16="http://schemas.microsoft.com/office/drawing/2014/main" id="{FE574478-76DE-4613-8FBD-36B353081849}"/>
              </a:ext>
              <a:ext uri="{C183D7F6-B498-43B3-948B-1728B52AA6E4}">
                <adec:decorative xmlns:adec="http://schemas.microsoft.com/office/drawing/2017/decorative" val="1"/>
              </a:ext>
            </a:extLst>
          </p:cNvPr>
          <p:cNvSpPr>
            <a:spLocks noGrp="1"/>
          </p:cNvSpPr>
          <p:nvPr>
            <p:ph type="body" sz="quarter" idx="19" hasCustomPrompt="1"/>
          </p:nvPr>
        </p:nvSpPr>
        <p:spPr>
          <a:xfrm>
            <a:off x="368391" y="0"/>
            <a:ext cx="63502"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Tree>
    <p:extLst>
      <p:ext uri="{BB962C8B-B14F-4D97-AF65-F5344CB8AC3E}">
        <p14:creationId xmlns:p14="http://schemas.microsoft.com/office/powerpoint/2010/main" val="3695653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4_Title Slide_DeepYellow">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32EC3EF4-A2D5-4058-977A-74A37AC365BD}"/>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27" name="Text Placeholder 16">
            <a:extLst>
              <a:ext uri="{FF2B5EF4-FFF2-40B4-BE49-F238E27FC236}">
                <a16:creationId xmlns:a16="http://schemas.microsoft.com/office/drawing/2014/main" id="{4E7C74DD-4244-46B7-8336-30F7151DB21B}"/>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4" name="Text Placeholder 23">
            <a:extLst>
              <a:ext uri="{FF2B5EF4-FFF2-40B4-BE49-F238E27FC236}">
                <a16:creationId xmlns:a16="http://schemas.microsoft.com/office/drawing/2014/main" id="{9DC663CF-0C67-4619-B40E-7832C4DA15FE}"/>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a:noAutofit/>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3163809" y="1905000"/>
            <a:ext cx="5864382" cy="2275238"/>
          </a:xfrm>
        </p:spPr>
        <p:txBody>
          <a:bodyPr anchor="t">
            <a:normAutofit/>
          </a:bodyPr>
          <a:lstStyle>
            <a:lvl1pPr algn="ctr">
              <a:defRPr lang="en-US" sz="5000" kern="1200" cap="all" spc="100" baseline="0" dirty="0">
                <a:solidFill>
                  <a:schemeClr val="bg1"/>
                </a:solidFill>
                <a:latin typeface="+mj-lt"/>
                <a:ea typeface="+mj-ea"/>
                <a:cs typeface="+mj-cs"/>
              </a:defRPr>
            </a:lvl1pPr>
          </a:lstStyle>
          <a:p>
            <a:r>
              <a:rPr lang="en-GB"/>
              <a:t>Click to edit Master title style</a:t>
            </a:r>
            <a:endParaRPr lang="en-US" dirty="0"/>
          </a:p>
        </p:txBody>
      </p:sp>
      <p:sp>
        <p:nvSpPr>
          <p:cNvPr id="3" name="Subtitle 2"/>
          <p:cNvSpPr>
            <a:spLocks noGrp="1"/>
          </p:cNvSpPr>
          <p:nvPr>
            <p:ph type="subTitle" idx="1"/>
          </p:nvPr>
        </p:nvSpPr>
        <p:spPr>
          <a:xfrm>
            <a:off x="4059707" y="4297679"/>
            <a:ext cx="4072586" cy="1463040"/>
          </a:xfrm>
        </p:spPr>
        <p:txBody>
          <a:bodyPr lIns="91440" rIns="9144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GB"/>
              <a:t>Click to edit Master subtitle style</a:t>
            </a:r>
            <a:endParaRPr lang="en-US" dirty="0"/>
          </a:p>
        </p:txBody>
      </p:sp>
    </p:spTree>
    <p:extLst>
      <p:ext uri="{BB962C8B-B14F-4D97-AF65-F5344CB8AC3E}">
        <p14:creationId xmlns:p14="http://schemas.microsoft.com/office/powerpoint/2010/main" val="3766431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5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018BFA80-A3BB-4316-BD6E-3E5F6B4D89CF}"/>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7" name="Text Placeholder 16">
            <a:extLst>
              <a:ext uri="{FF2B5EF4-FFF2-40B4-BE49-F238E27FC236}">
                <a16:creationId xmlns:a16="http://schemas.microsoft.com/office/drawing/2014/main" id="{8F962CE0-5C0C-48F3-A07B-34E33D6704BC}"/>
              </a:ext>
              <a:ext uri="{C183D7F6-B498-43B3-948B-1728B52AA6E4}">
                <adec:decorative xmlns:adec="http://schemas.microsoft.com/office/drawing/2017/decorative"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2" name="Text Placeholder 16">
            <a:extLst>
              <a:ext uri="{FF2B5EF4-FFF2-40B4-BE49-F238E27FC236}">
                <a16:creationId xmlns:a16="http://schemas.microsoft.com/office/drawing/2014/main" id="{654457EF-8A97-4FCA-9870-5095D09BF83E}"/>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3163809" y="1905000"/>
            <a:ext cx="5864382" cy="2275238"/>
          </a:xfrm>
        </p:spPr>
        <p:txBody>
          <a:bodyPr anchor="t">
            <a:normAutofit/>
          </a:bodyPr>
          <a:lstStyle>
            <a:lvl1pPr algn="ctr">
              <a:defRPr lang="en-US" sz="5000" kern="1200" cap="all" spc="100" baseline="0" dirty="0">
                <a:solidFill>
                  <a:schemeClr val="bg1"/>
                </a:solidFill>
                <a:latin typeface="+mj-lt"/>
                <a:ea typeface="+mj-ea"/>
                <a:cs typeface="+mj-cs"/>
              </a:defRPr>
            </a:lvl1pPr>
          </a:lstStyle>
          <a:p>
            <a:r>
              <a:rPr lang="en-GB"/>
              <a:t>Click to edit Master title style</a:t>
            </a:r>
            <a:endParaRPr lang="en-US" dirty="0"/>
          </a:p>
        </p:txBody>
      </p:sp>
      <p:sp>
        <p:nvSpPr>
          <p:cNvPr id="3" name="Subtitle 2"/>
          <p:cNvSpPr>
            <a:spLocks noGrp="1"/>
          </p:cNvSpPr>
          <p:nvPr>
            <p:ph type="subTitle" idx="1"/>
          </p:nvPr>
        </p:nvSpPr>
        <p:spPr>
          <a:xfrm>
            <a:off x="4059707" y="4297679"/>
            <a:ext cx="4072586" cy="1463040"/>
          </a:xfrm>
        </p:spPr>
        <p:txBody>
          <a:bodyPr lIns="91440" rIns="9144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GB"/>
              <a:t>Click to edit Master subtitle style</a:t>
            </a:r>
            <a:endParaRPr lang="en-US" dirty="0"/>
          </a:p>
        </p:txBody>
      </p:sp>
    </p:spTree>
    <p:extLst>
      <p:ext uri="{BB962C8B-B14F-4D97-AF65-F5344CB8AC3E}">
        <p14:creationId xmlns:p14="http://schemas.microsoft.com/office/powerpoint/2010/main" val="3053201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chemeClr val="bg1">
            <a:lumMod val="95000"/>
          </a:schemeClr>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FC033E0E-968F-40A8-BE78-354499D7F913}"/>
              </a:ext>
              <a:ext uri="{C183D7F6-B498-43B3-948B-1728B52AA6E4}">
                <adec:decorative xmlns:adec="http://schemas.microsoft.com/office/drawing/2017/decorative"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15" name="Picture Placeholder 14">
            <a:extLst>
              <a:ext uri="{FF2B5EF4-FFF2-40B4-BE49-F238E27FC236}">
                <a16:creationId xmlns:a16="http://schemas.microsoft.com/office/drawing/2014/main" id="{B9454D95-B362-4CB6-B706-EB2022A3342D}"/>
              </a:ext>
              <a:ext uri="{C183D7F6-B498-43B3-948B-1728B52AA6E4}">
                <adec:decorative xmlns:adec="http://schemas.microsoft.com/office/drawing/2017/decorative"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933450" y="762000"/>
            <a:ext cx="4381500" cy="3429000"/>
          </a:xfrm>
        </p:spPr>
        <p:txBody>
          <a:bodyPr anchor="ctr">
            <a:normAutofit/>
          </a:bodyPr>
          <a:lstStyle>
            <a:lvl1pPr algn="ctr">
              <a:defRPr sz="5000" spc="200" baseline="0"/>
            </a:lvl1pPr>
          </a:lstStyle>
          <a:p>
            <a:r>
              <a:rPr lang="en-GB"/>
              <a:t>Click to edit Master title style</a:t>
            </a:r>
            <a:endParaRPr lang="en-US" dirty="0"/>
          </a:p>
        </p:txBody>
      </p:sp>
      <p:sp>
        <p:nvSpPr>
          <p:cNvPr id="3" name="Subtitle 2"/>
          <p:cNvSpPr>
            <a:spLocks noGrp="1"/>
          </p:cNvSpPr>
          <p:nvPr>
            <p:ph type="subTitle" idx="1"/>
          </p:nvPr>
        </p:nvSpPr>
        <p:spPr>
          <a:xfrm>
            <a:off x="933450" y="4343400"/>
            <a:ext cx="4381500" cy="1355732"/>
          </a:xfrm>
        </p:spPr>
        <p:txBody>
          <a:bodyPr lIns="91440" rIns="91440" anchor="t">
            <a:normAutofit/>
          </a:bodyPr>
          <a:lstStyle>
            <a:lvl1pPr marL="0" indent="0" algn="ctr">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GB"/>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04992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1447800"/>
            <a:ext cx="4114800" cy="3962400"/>
          </a:xfrm>
        </p:spPr>
        <p:txBody>
          <a:bodyPr anchor="ctr">
            <a:normAutofit/>
          </a:bodyPr>
          <a:lstStyle>
            <a:lvl1pPr algn="ctr">
              <a:defRPr sz="5000" spc="200" baseline="0"/>
            </a:lvl1pPr>
          </a:lstStyle>
          <a:p>
            <a:r>
              <a:rPr lang="en-GB"/>
              <a:t>Click to edit Master title style</a:t>
            </a:r>
            <a:endParaRPr lang="en-US" dirty="0"/>
          </a:p>
        </p:txBody>
      </p:sp>
      <p:sp>
        <p:nvSpPr>
          <p:cNvPr id="3" name="Subtitle 2"/>
          <p:cNvSpPr>
            <a:spLocks noGrp="1"/>
          </p:cNvSpPr>
          <p:nvPr>
            <p:ph type="subTitle" idx="1"/>
          </p:nvPr>
        </p:nvSpPr>
        <p:spPr>
          <a:xfrm>
            <a:off x="6057900" y="4495801"/>
            <a:ext cx="4876800" cy="609600"/>
          </a:xfrm>
        </p:spPr>
        <p:txBody>
          <a:bodyPr lIns="91440" rIns="91440" anchor="ctr">
            <a:normAutofit/>
          </a:bodyPr>
          <a:lstStyle>
            <a:lvl1pPr marL="0" indent="0" algn="l">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GB"/>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601318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1447800"/>
          </a:xfrm>
        </p:spPr>
        <p:txBody>
          <a:bodyPr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14" name="Slide Number Placeholder 5">
            <a:extLst>
              <a:ext uri="{FF2B5EF4-FFF2-40B4-BE49-F238E27FC236}">
                <a16:creationId xmlns:a16="http://schemas.microsoft.com/office/drawing/2014/main" id="{0621E917-505B-493E-99EE-2E57CB3327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7924664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72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Emphasis-Sub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 y="1676400"/>
            <a:ext cx="10837333" cy="424732"/>
          </a:xfrm>
          <a:solidFill>
            <a:schemeClr val="accent1"/>
          </a:solidFill>
        </p:spPr>
        <p:txBody>
          <a:bodyPr wrap="square" lIns="640080" rIns="91440">
            <a:spAutoFit/>
          </a:bodyPr>
          <a:lstStyle>
            <a:lvl1pPr marL="0" indent="0">
              <a:buNone/>
              <a:defRPr sz="2400" b="0">
                <a:solidFill>
                  <a:schemeClr val="bg1"/>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08E95652-9528-4150-8049-C40C3BB1BB08}"/>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30594764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21552918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_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695425977"/>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_sea gree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714886579"/>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_Oran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149718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_Pink">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3237540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_Light 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1176658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_Gre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2">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85362088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_Blue_Triangle patch 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05BCA9F-FC20-461D-9118-7EC2AC28D050}"/>
              </a:ext>
              <a:ext uri="{C183D7F6-B498-43B3-948B-1728B52AA6E4}">
                <adec:decorative xmlns:adec="http://schemas.microsoft.com/office/drawing/2017/decorative" val="1"/>
              </a:ext>
            </a:extLst>
          </p:cNvPr>
          <p:cNvSpPr/>
          <p:nvPr userDrawn="1"/>
        </p:nvSpPr>
        <p:spPr>
          <a:xfrm>
            <a:off x="3175958" y="0"/>
            <a:ext cx="9016043" cy="6858000"/>
          </a:xfrm>
          <a:custGeom>
            <a:avLst/>
            <a:gdLst>
              <a:gd name="connsiteX0" fmla="*/ 5153328 w 9016043"/>
              <a:gd name="connsiteY0" fmla="*/ 0 h 6858000"/>
              <a:gd name="connsiteX1" fmla="*/ 9016043 w 9016043"/>
              <a:gd name="connsiteY1" fmla="*/ 0 h 6858000"/>
              <a:gd name="connsiteX2" fmla="*/ 9016043 w 9016043"/>
              <a:gd name="connsiteY2" fmla="*/ 6858000 h 6858000"/>
              <a:gd name="connsiteX3" fmla="*/ 0 w 9016043"/>
              <a:gd name="connsiteY3" fmla="*/ 6858000 h 6858000"/>
              <a:gd name="connsiteX4" fmla="*/ 5153328 w 9016043"/>
              <a:gd name="connsiteY4" fmla="*/ 68183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6043" h="6858000">
                <a:moveTo>
                  <a:pt x="5153328" y="0"/>
                </a:moveTo>
                <a:lnTo>
                  <a:pt x="9016043" y="0"/>
                </a:lnTo>
                <a:lnTo>
                  <a:pt x="9016043" y="6858000"/>
                </a:lnTo>
                <a:lnTo>
                  <a:pt x="0" y="6858000"/>
                </a:lnTo>
                <a:lnTo>
                  <a:pt x="5153328" y="68183"/>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70409251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Content and Ima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9" name="Picture Placeholder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8F869F17-9BF3-4974-956D-0CBCD60BA35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14213777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Content and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9" name="Picture Placeholder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A654DBB0-1027-4E5D-B635-00F2F173A24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4337710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Content and Image_Top shape whit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334001" y="112976"/>
            <a:ext cx="6858000" cy="6745024"/>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Text Placeholder 16">
            <a:extLst>
              <a:ext uri="{FF2B5EF4-FFF2-40B4-BE49-F238E27FC236}">
                <a16:creationId xmlns:a16="http://schemas.microsoft.com/office/drawing/2014/main" id="{E59725C5-1168-4A5F-B420-8E0562019687}"/>
              </a:ext>
            </a:extLst>
          </p:cNvPr>
          <p:cNvSpPr>
            <a:spLocks noGrp="1"/>
          </p:cNvSpPr>
          <p:nvPr>
            <p:ph type="body" sz="quarter" idx="19" hasCustomPrompt="1"/>
          </p:nvPr>
        </p:nvSpPr>
        <p:spPr>
          <a:xfrm rot="5400000">
            <a:off x="5238089" y="208890"/>
            <a:ext cx="6745024" cy="6553200"/>
          </a:xfrm>
          <a:gradFill flip="none" rotWithShape="1">
            <a:gsLst>
              <a:gs pos="0">
                <a:schemeClr val="bg1"/>
              </a:gs>
              <a:gs pos="82000">
                <a:schemeClr val="bg1">
                  <a:alpha val="0"/>
                </a:schemeClr>
              </a:gs>
            </a:gsLst>
            <a:lin ang="16200000" scaled="1"/>
            <a:tileRect/>
          </a:gradFill>
          <a:effectLst/>
        </p:spPr>
        <p:txBody>
          <a:bodyPr/>
          <a:lstStyle>
            <a:lvl1pPr marL="0" indent="0">
              <a:buNone/>
              <a:defRPr>
                <a:solidFill>
                  <a:schemeClr val="tx1">
                    <a:alpha val="0"/>
                  </a:schemeClr>
                </a:solidFill>
              </a:defRPr>
            </a:lvl1pPr>
          </a:lstStyle>
          <a:p>
            <a:pPr lvl="0"/>
            <a:r>
              <a:rPr lang="en-US" noProof="0"/>
              <a:t>I</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6" name="Slide Number Placeholder 5">
            <a:extLst>
              <a:ext uri="{FF2B5EF4-FFF2-40B4-BE49-F238E27FC236}">
                <a16:creationId xmlns:a16="http://schemas.microsoft.com/office/drawing/2014/main" id="{7532AFA8-ADE4-4C3E-AF0A-235C724999F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7477211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guide id="3" pos="43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Content and half horizontal Image_Top shap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48641" y="2667001"/>
            <a:ext cx="11094718" cy="1757126"/>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709677"/>
            <a:ext cx="11094717" cy="1500876"/>
          </a:xfrm>
        </p:spPr>
        <p:txBody>
          <a:bodyPr lIns="91440" rIns="91440"/>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4232B29A-2701-4A73-83CF-09E0AB1B2DD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9464107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title Content and half Image_Top shap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48641" y="2667001"/>
            <a:ext cx="5775959" cy="3543552"/>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6553200" y="2667001"/>
            <a:ext cx="5090157" cy="3543552"/>
          </a:xfrm>
        </p:spPr>
        <p:txBody>
          <a:bodyPr lIns="91440" rIns="91440"/>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6A52166E-5DA9-4AA1-9355-E8DBFDD90AE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96409594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alf Image Title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0805160" cy="707886"/>
          </a:xfrm>
        </p:spPr>
        <p:txBody>
          <a:bodyPr lIns="91440"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617492"/>
            <a:ext cx="9890759"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Slide Number Placeholder 5">
            <a:extLst>
              <a:ext uri="{FF2B5EF4-FFF2-40B4-BE49-F238E27FC236}">
                <a16:creationId xmlns:a16="http://schemas.microsoft.com/office/drawing/2014/main" id="{E9FF8476-DF8C-4276-8CF6-44BC91B88C2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27005339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alf Image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1109960" cy="707886"/>
          </a:xfrm>
        </p:spPr>
        <p:txBody>
          <a:bodyPr lIns="91440"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4617492"/>
            <a:ext cx="5212080"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Content Placeholder 6">
            <a:extLst>
              <a:ext uri="{FF2B5EF4-FFF2-40B4-BE49-F238E27FC236}">
                <a16:creationId xmlns:a16="http://schemas.microsoft.com/office/drawing/2014/main" id="{E93A96C6-A4F2-43F1-A47D-0D52EF29954B}"/>
              </a:ext>
            </a:extLst>
          </p:cNvPr>
          <p:cNvSpPr>
            <a:spLocks noGrp="1"/>
          </p:cNvSpPr>
          <p:nvPr>
            <p:ph sz="quarter" idx="19"/>
          </p:nvPr>
        </p:nvSpPr>
        <p:spPr>
          <a:xfrm>
            <a:off x="6446520" y="4617492"/>
            <a:ext cx="5212080"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14" name="Slide Number Placeholder 5">
            <a:extLst>
              <a:ext uri="{FF2B5EF4-FFF2-40B4-BE49-F238E27FC236}">
                <a16:creationId xmlns:a16="http://schemas.microsoft.com/office/drawing/2014/main" id="{FC5AD12C-F7F6-431D-ABA4-F7E37CACEA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49003048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Half Image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1721698" y="3735622"/>
            <a:ext cx="5013960" cy="2408917"/>
          </a:xfrm>
        </p:spPr>
        <p:txBody>
          <a:bodyPr lIns="91440"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Text Placeholder 16">
            <a:extLst>
              <a:ext uri="{FF2B5EF4-FFF2-40B4-BE49-F238E27FC236}">
                <a16:creationId xmlns:a16="http://schemas.microsoft.com/office/drawing/2014/main" id="{38376498-C218-4EDB-8416-A59802EF2018}"/>
              </a:ext>
              <a:ext uri="{C183D7F6-B498-43B3-948B-1728B52AA6E4}">
                <adec:decorative xmlns:adec="http://schemas.microsoft.com/office/drawing/2017/decorative" val="1"/>
              </a:ext>
            </a:extLst>
          </p:cNvPr>
          <p:cNvSpPr>
            <a:spLocks noGrp="1"/>
          </p:cNvSpPr>
          <p:nvPr>
            <p:ph type="body" sz="quarter" idx="20" hasCustomPrompt="1"/>
          </p:nvPr>
        </p:nvSpPr>
        <p:spPr>
          <a:xfrm>
            <a:off x="7239000" y="1981199"/>
            <a:ext cx="4389542" cy="4163339"/>
          </a:xfrm>
          <a:solidFill>
            <a:schemeClr val="bg1"/>
          </a:solidFill>
          <a:ln w="28575">
            <a:solidFill>
              <a:schemeClr val="accent2"/>
            </a:solidFill>
          </a:ln>
          <a:effectLst/>
        </p:spPr>
        <p:txBody>
          <a:bodyPr/>
          <a:lstStyle>
            <a:lvl1pPr marL="0" indent="0">
              <a:buNone/>
              <a:defRPr>
                <a:solidFill>
                  <a:schemeClr val="tx1">
                    <a:alpha val="0"/>
                  </a:schemeClr>
                </a:solidFill>
              </a:defRPr>
            </a:lvl1pPr>
          </a:lstStyle>
          <a:p>
            <a:pPr lvl="0"/>
            <a:r>
              <a:rPr lang="en-US" noProof="0"/>
              <a:t>I</a:t>
            </a:r>
          </a:p>
        </p:txBody>
      </p:sp>
      <p:sp>
        <p:nvSpPr>
          <p:cNvPr id="12" name="Content Placeholder 6">
            <a:extLst>
              <a:ext uri="{FF2B5EF4-FFF2-40B4-BE49-F238E27FC236}">
                <a16:creationId xmlns:a16="http://schemas.microsoft.com/office/drawing/2014/main" id="{E93A96C6-A4F2-43F1-A47D-0D52EF29954B}"/>
              </a:ext>
            </a:extLst>
          </p:cNvPr>
          <p:cNvSpPr>
            <a:spLocks noGrp="1"/>
          </p:cNvSpPr>
          <p:nvPr>
            <p:ph sz="quarter" idx="19" hasCustomPrompt="1"/>
          </p:nvPr>
        </p:nvSpPr>
        <p:spPr>
          <a:xfrm>
            <a:off x="7589520" y="2286000"/>
            <a:ext cx="3688080" cy="3581400"/>
          </a:xfrm>
        </p:spPr>
        <p:txBody>
          <a:bodyPr lIns="91440" rIns="91440">
            <a:normAutofit/>
          </a:bodyPr>
          <a:lstStyle>
            <a:lvl1pPr marL="0" indent="0">
              <a:lnSpc>
                <a:spcPct val="100000"/>
              </a:lnSpc>
              <a:spcBef>
                <a:spcPts val="0"/>
              </a:spcBef>
              <a:spcAft>
                <a:spcPts val="0"/>
              </a:spcAft>
              <a:buNone/>
              <a:defRPr sz="3200">
                <a:solidFill>
                  <a:schemeClr val="accent2"/>
                </a:solidFill>
              </a:defRPr>
            </a:lvl1pPr>
            <a:lvl2pPr>
              <a:defRPr sz="1600"/>
            </a:lvl2pPr>
            <a:lvl3pPr>
              <a:defRPr sz="1400"/>
            </a:lvl3pPr>
            <a:lvl4pPr>
              <a:defRPr sz="1200"/>
            </a:lvl4pPr>
            <a:lvl5pPr>
              <a:defRPr sz="1200"/>
            </a:lvl5pPr>
          </a:lstStyle>
          <a:p>
            <a:pPr lvl="0"/>
            <a:r>
              <a:rPr lang="en-US" noProof="0"/>
              <a:t>Important Content</a:t>
            </a:r>
          </a:p>
        </p:txBody>
      </p:sp>
      <p:sp>
        <p:nvSpPr>
          <p:cNvPr id="8" name="Picture Placeholder 7">
            <a:extLst>
              <a:ext uri="{FF2B5EF4-FFF2-40B4-BE49-F238E27FC236}">
                <a16:creationId xmlns:a16="http://schemas.microsoft.com/office/drawing/2014/main" id="{1EC81B64-070E-43F3-BCB5-833AB965D638}"/>
              </a:ext>
              <a:ext uri="{C183D7F6-B498-43B3-948B-1728B52AA6E4}">
                <adec:decorative xmlns:adec="http://schemas.microsoft.com/office/drawing/2017/decorative" val="1"/>
              </a:ext>
            </a:extLst>
          </p:cNvPr>
          <p:cNvSpPr>
            <a:spLocks noGrp="1"/>
          </p:cNvSpPr>
          <p:nvPr>
            <p:ph type="pic" sz="quarter" idx="21" hasCustomPrompt="1"/>
          </p:nvPr>
        </p:nvSpPr>
        <p:spPr>
          <a:xfrm>
            <a:off x="548944" y="3717925"/>
            <a:ext cx="914400" cy="930275"/>
          </a:xfrm>
        </p:spPr>
        <p:txBody>
          <a:bodyPr anchor="ctr"/>
          <a:lstStyle>
            <a:lvl1pPr marL="0" indent="0" algn="ctr">
              <a:buNone/>
              <a:defRPr/>
            </a:lvl1pPr>
          </a:lstStyle>
          <a:p>
            <a:r>
              <a:rPr lang="en-US" noProof="0" dirty="0"/>
              <a:t>Icon</a:t>
            </a:r>
          </a:p>
        </p:txBody>
      </p:sp>
      <p:sp>
        <p:nvSpPr>
          <p:cNvPr id="15" name="Slide Number Placeholder 5">
            <a:extLst>
              <a:ext uri="{FF2B5EF4-FFF2-40B4-BE49-F238E27FC236}">
                <a16:creationId xmlns:a16="http://schemas.microsoft.com/office/drawing/2014/main" id="{8D5893EC-1256-429B-9581-379342C2368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6664319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alf Image Multiple images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7315200" y="4176259"/>
            <a:ext cx="4343400" cy="1968280"/>
          </a:xfrm>
        </p:spPr>
        <p:txBody>
          <a:bodyPr lIns="91440"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4" name="Picture Placeholder 8">
            <a:extLst>
              <a:ext uri="{FF2B5EF4-FFF2-40B4-BE49-F238E27FC236}">
                <a16:creationId xmlns:a16="http://schemas.microsoft.com/office/drawing/2014/main" id="{96DE17A8-F4B7-4571-A6E8-FD28BA425B19}"/>
              </a:ext>
              <a:ext uri="{C183D7F6-B498-43B3-948B-1728B52AA6E4}">
                <adec:decorative xmlns:adec="http://schemas.microsoft.com/office/drawing/2017/decorative" val="1"/>
              </a:ext>
            </a:extLst>
          </p:cNvPr>
          <p:cNvSpPr>
            <a:spLocks noGrp="1"/>
          </p:cNvSpPr>
          <p:nvPr>
            <p:ph type="pic" sz="quarter" idx="19" hasCustomPrompt="1"/>
          </p:nvPr>
        </p:nvSpPr>
        <p:spPr>
          <a:xfrm>
            <a:off x="542834" y="1066801"/>
            <a:ext cx="3505199" cy="507773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5" name="Picture Placeholder 8">
            <a:extLst>
              <a:ext uri="{FF2B5EF4-FFF2-40B4-BE49-F238E27FC236}">
                <a16:creationId xmlns:a16="http://schemas.microsoft.com/office/drawing/2014/main" id="{9D9A0502-98A2-467D-BE1C-CE8391C73BF4}"/>
              </a:ext>
              <a:ext uri="{C183D7F6-B498-43B3-948B-1728B52AA6E4}">
                <adec:decorative xmlns:adec="http://schemas.microsoft.com/office/drawing/2017/decorative" val="1"/>
              </a:ext>
            </a:extLst>
          </p:cNvPr>
          <p:cNvSpPr>
            <a:spLocks noGrp="1"/>
          </p:cNvSpPr>
          <p:nvPr>
            <p:ph type="pic" sz="quarter" idx="20" hasCustomPrompt="1"/>
          </p:nvPr>
        </p:nvSpPr>
        <p:spPr>
          <a:xfrm>
            <a:off x="4191000" y="4343400"/>
            <a:ext cx="2743200" cy="180113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6" name="Picture Placeholder 8">
            <a:extLst>
              <a:ext uri="{FF2B5EF4-FFF2-40B4-BE49-F238E27FC236}">
                <a16:creationId xmlns:a16="http://schemas.microsoft.com/office/drawing/2014/main" id="{8298DB4E-3B92-4CA4-852A-9F647E7219A4}"/>
              </a:ext>
              <a:ext uri="{C183D7F6-B498-43B3-948B-1728B52AA6E4}">
                <adec:decorative xmlns:adec="http://schemas.microsoft.com/office/drawing/2017/decorative" val="1"/>
              </a:ext>
            </a:extLst>
          </p:cNvPr>
          <p:cNvSpPr>
            <a:spLocks noGrp="1"/>
          </p:cNvSpPr>
          <p:nvPr>
            <p:ph type="pic" sz="quarter" idx="21" hasCustomPrompt="1"/>
          </p:nvPr>
        </p:nvSpPr>
        <p:spPr>
          <a:xfrm>
            <a:off x="4191000" y="1066801"/>
            <a:ext cx="2743200" cy="3126023"/>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2E528B4D-15E8-4161-96F7-75D0217AD20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26942956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ull Image with Top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6745024"/>
          </a:xfrm>
          <a:prstGeom prst="rect">
            <a:avLst/>
          </a:prstGeom>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Slide Number Placeholder 5">
            <a:extLst>
              <a:ext uri="{FF2B5EF4-FFF2-40B4-BE49-F238E27FC236}">
                <a16:creationId xmlns:a16="http://schemas.microsoft.com/office/drawing/2014/main" id="{7C67066A-9B9E-468B-97C6-94BF615FA94E}"/>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2" name="Title 1">
            <a:extLst>
              <a:ext uri="{FF2B5EF4-FFF2-40B4-BE49-F238E27FC236}">
                <a16:creationId xmlns:a16="http://schemas.microsoft.com/office/drawing/2014/main" id="{A82AF7E6-6C19-4A41-BFA5-44C4F2A371E9}"/>
              </a:ext>
            </a:extLst>
          </p:cNvPr>
          <p:cNvSpPr>
            <a:spLocks noGrp="1"/>
          </p:cNvSpPr>
          <p:nvPr>
            <p:ph type="title"/>
          </p:nvPr>
        </p:nvSpPr>
        <p:spPr>
          <a:xfrm>
            <a:off x="548640" y="548640"/>
            <a:ext cx="11106150" cy="518160"/>
          </a:xfrm>
        </p:spPr>
        <p:txBody>
          <a:bodyPr/>
          <a:lstStyle/>
          <a:p>
            <a:r>
              <a:rPr lang="en-GB"/>
              <a:t>Click to edit Master title style</a:t>
            </a:r>
            <a:endParaRPr lang="en-US"/>
          </a:p>
        </p:txBody>
      </p:sp>
    </p:spTree>
    <p:extLst>
      <p:ext uri="{BB962C8B-B14F-4D97-AF65-F5344CB8AC3E}">
        <p14:creationId xmlns:p14="http://schemas.microsoft.com/office/powerpoint/2010/main" val="31112475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7" name="Slide Number Placeholder 5">
            <a:extLst>
              <a:ext uri="{FF2B5EF4-FFF2-40B4-BE49-F238E27FC236}">
                <a16:creationId xmlns:a16="http://schemas.microsoft.com/office/drawing/2014/main" id="{9FC59837-0A86-4467-BB38-E2AC882F31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
        <p:nvSpPr>
          <p:cNvPr id="2" name="Title 1">
            <a:extLst>
              <a:ext uri="{FF2B5EF4-FFF2-40B4-BE49-F238E27FC236}">
                <a16:creationId xmlns:a16="http://schemas.microsoft.com/office/drawing/2014/main" id="{78857779-E765-4EC2-825C-B8E41285A0C7}"/>
              </a:ext>
            </a:extLst>
          </p:cNvPr>
          <p:cNvSpPr>
            <a:spLocks noGrp="1"/>
          </p:cNvSpPr>
          <p:nvPr>
            <p:ph type="title"/>
          </p:nvPr>
        </p:nvSpPr>
        <p:spPr>
          <a:xfrm>
            <a:off x="548640" y="548640"/>
            <a:ext cx="11106150" cy="518160"/>
          </a:xfrm>
        </p:spPr>
        <p:txBody>
          <a:bodyPr/>
          <a:lstStyle/>
          <a:p>
            <a:r>
              <a:rPr lang="en-GB"/>
              <a:t>Click to edit Master title style</a:t>
            </a:r>
            <a:endParaRPr lang="en-US"/>
          </a:p>
        </p:txBody>
      </p:sp>
    </p:spTree>
    <p:extLst>
      <p:ext uri="{BB962C8B-B14F-4D97-AF65-F5344CB8AC3E}">
        <p14:creationId xmlns:p14="http://schemas.microsoft.com/office/powerpoint/2010/main" val="100460700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6" name="Text Placeholder 16">
            <a:extLst>
              <a:ext uri="{FF2B5EF4-FFF2-40B4-BE49-F238E27FC236}">
                <a16:creationId xmlns:a16="http://schemas.microsoft.com/office/drawing/2014/main" id="{16932398-C947-4474-88D6-4117EC391CEF}"/>
              </a:ext>
              <a:ext uri="{C183D7F6-B498-43B3-948B-1728B52AA6E4}">
                <adec:decorative xmlns:adec="http://schemas.microsoft.com/office/drawing/2017/decorative" val="1"/>
              </a:ext>
            </a:extLst>
          </p:cNvPr>
          <p:cNvSpPr>
            <a:spLocks noGrp="1"/>
          </p:cNvSpPr>
          <p:nvPr>
            <p:ph type="body" sz="quarter" idx="20" hasCustomPrompt="1"/>
          </p:nvPr>
        </p:nvSpPr>
        <p:spPr>
          <a:xfrm>
            <a:off x="7261801" y="1189969"/>
            <a:ext cx="4389542" cy="4677431"/>
          </a:xfrm>
          <a:solidFill>
            <a:schemeClr val="bg1">
              <a:alpha val="88000"/>
            </a:schemeClr>
          </a:solidFill>
          <a:ln w="28575">
            <a:solidFill>
              <a:schemeClr val="accent2"/>
            </a:solidFill>
          </a:ln>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Content Placeholder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7612321" y="1494770"/>
            <a:ext cx="3688080" cy="3915430"/>
          </a:xfrm>
        </p:spPr>
        <p:txBody>
          <a:bodyPr lIns="91440" rIns="91440">
            <a:normAutofit/>
          </a:bodyPr>
          <a:lstStyle>
            <a:lvl1pPr marL="0" indent="0">
              <a:lnSpc>
                <a:spcPct val="100000"/>
              </a:lnSpc>
              <a:spcBef>
                <a:spcPts val="0"/>
              </a:spcBef>
              <a:spcAft>
                <a:spcPts val="0"/>
              </a:spcAft>
              <a:buNone/>
              <a:defRPr sz="3200"/>
            </a:lvl1pPr>
            <a:lvl2pPr>
              <a:defRPr sz="1600"/>
            </a:lvl2pPr>
            <a:lvl3pPr>
              <a:defRPr sz="1400"/>
            </a:lvl3pPr>
            <a:lvl4pPr>
              <a:defRPr sz="1200"/>
            </a:lvl4pPr>
            <a:lvl5pPr>
              <a:defRPr sz="1200"/>
            </a:lvl5pPr>
          </a:lstStyle>
          <a:p>
            <a:pPr lvl="0"/>
            <a:r>
              <a:rPr lang="en-US" dirty="0"/>
              <a:t>Important Content</a:t>
            </a:r>
            <a:endParaRPr lang="en-GB" dirty="0"/>
          </a:p>
        </p:txBody>
      </p:sp>
      <p:sp>
        <p:nvSpPr>
          <p:cNvPr id="10" name="Slide Number Placeholder 5">
            <a:extLst>
              <a:ext uri="{FF2B5EF4-FFF2-40B4-BE49-F238E27FC236}">
                <a16:creationId xmlns:a16="http://schemas.microsoft.com/office/drawing/2014/main" id="{5AE16EF6-8987-4193-B346-1BEA14401C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
        <p:nvSpPr>
          <p:cNvPr id="2" name="Title 1">
            <a:extLst>
              <a:ext uri="{FF2B5EF4-FFF2-40B4-BE49-F238E27FC236}">
                <a16:creationId xmlns:a16="http://schemas.microsoft.com/office/drawing/2014/main" id="{5E2D4840-4EB5-4438-9A16-D0006A68A19E}"/>
              </a:ext>
            </a:extLst>
          </p:cNvPr>
          <p:cNvSpPr>
            <a:spLocks noGrp="1"/>
          </p:cNvSpPr>
          <p:nvPr>
            <p:ph type="title"/>
          </p:nvPr>
        </p:nvSpPr>
        <p:spPr>
          <a:xfrm>
            <a:off x="548640" y="548640"/>
            <a:ext cx="11106150" cy="641329"/>
          </a:xfrm>
        </p:spPr>
        <p:txBody>
          <a:bodyPr/>
          <a:lstStyle/>
          <a:p>
            <a:r>
              <a:rPr lang="en-GB"/>
              <a:t>Click to edit Master title style</a:t>
            </a:r>
            <a:endParaRPr lang="en-US"/>
          </a:p>
        </p:txBody>
      </p:sp>
    </p:spTree>
    <p:extLst>
      <p:ext uri="{BB962C8B-B14F-4D97-AF65-F5344CB8AC3E}">
        <p14:creationId xmlns:p14="http://schemas.microsoft.com/office/powerpoint/2010/main" val="169147065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noProof="0" dirty="0"/>
              <a:t>Insert Image</a:t>
            </a:r>
          </a:p>
        </p:txBody>
      </p:sp>
      <p:sp>
        <p:nvSpPr>
          <p:cNvPr id="6" name="Text Placeholder 16">
            <a:extLst>
              <a:ext uri="{FF2B5EF4-FFF2-40B4-BE49-F238E27FC236}">
                <a16:creationId xmlns:a16="http://schemas.microsoft.com/office/drawing/2014/main" id="{16932398-C947-4474-88D6-4117EC391CEF}"/>
              </a:ext>
              <a:ext uri="{C183D7F6-B498-43B3-948B-1728B52AA6E4}">
                <adec:decorative xmlns:adec="http://schemas.microsoft.com/office/drawing/2017/decorative" val="1"/>
              </a:ext>
            </a:extLst>
          </p:cNvPr>
          <p:cNvSpPr>
            <a:spLocks noGrp="1"/>
          </p:cNvSpPr>
          <p:nvPr>
            <p:ph type="body" sz="quarter" idx="20" hasCustomPrompt="1"/>
          </p:nvPr>
        </p:nvSpPr>
        <p:spPr>
          <a:xfrm>
            <a:off x="552269" y="1189969"/>
            <a:ext cx="4389542" cy="4677431"/>
          </a:xfrm>
          <a:solidFill>
            <a:schemeClr val="accent2">
              <a:alpha val="88000"/>
            </a:schemeClr>
          </a:solidFill>
          <a:ln w="28575">
            <a:solidFill>
              <a:schemeClr val="accent2"/>
            </a:solidFill>
          </a:ln>
          <a:effectLst/>
        </p:spPr>
        <p:txBody>
          <a:bodyPr/>
          <a:lstStyle>
            <a:lvl1pPr marL="0" indent="0">
              <a:buNone/>
              <a:defRPr>
                <a:solidFill>
                  <a:schemeClr val="tx1">
                    <a:alpha val="0"/>
                  </a:schemeClr>
                </a:solidFill>
              </a:defRPr>
            </a:lvl1pPr>
          </a:lstStyle>
          <a:p>
            <a:pPr lvl="0"/>
            <a:r>
              <a:rPr lang="en-US" noProof="0"/>
              <a:t>I</a:t>
            </a:r>
          </a:p>
        </p:txBody>
      </p:sp>
      <p:sp>
        <p:nvSpPr>
          <p:cNvPr id="7" name="Content Placeholder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902789" y="1494770"/>
            <a:ext cx="3688080" cy="3915430"/>
          </a:xfrm>
        </p:spPr>
        <p:txBody>
          <a:bodyPr lIns="91440" rIns="91440">
            <a:normAutofit/>
          </a:bodyPr>
          <a:lstStyle>
            <a:lvl1pPr marL="0" indent="0">
              <a:lnSpc>
                <a:spcPct val="100000"/>
              </a:lnSpc>
              <a:spcBef>
                <a:spcPts val="0"/>
              </a:spcBef>
              <a:spcAft>
                <a:spcPts val="0"/>
              </a:spcAft>
              <a:buNone/>
              <a:defRPr sz="3200">
                <a:solidFill>
                  <a:schemeClr val="bg1"/>
                </a:solidFill>
              </a:defRPr>
            </a:lvl1pPr>
            <a:lvl2pPr>
              <a:defRPr sz="1600"/>
            </a:lvl2pPr>
            <a:lvl3pPr>
              <a:defRPr sz="1400"/>
            </a:lvl3pPr>
            <a:lvl4pPr>
              <a:defRPr sz="1200"/>
            </a:lvl4pPr>
            <a:lvl5pPr>
              <a:defRPr sz="1200"/>
            </a:lvl5pPr>
          </a:lstStyle>
          <a:p>
            <a:pPr lvl="0"/>
            <a:r>
              <a:rPr lang="en-US" noProof="0"/>
              <a:t>Important Content</a:t>
            </a:r>
          </a:p>
        </p:txBody>
      </p:sp>
      <p:sp>
        <p:nvSpPr>
          <p:cNvPr id="10" name="Slide Number Placeholder 5">
            <a:extLst>
              <a:ext uri="{FF2B5EF4-FFF2-40B4-BE49-F238E27FC236}">
                <a16:creationId xmlns:a16="http://schemas.microsoft.com/office/drawing/2014/main" id="{1AC89BA5-7D71-4838-92DC-A9DD44EC0557}"/>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2" name="Title 1">
            <a:extLst>
              <a:ext uri="{FF2B5EF4-FFF2-40B4-BE49-F238E27FC236}">
                <a16:creationId xmlns:a16="http://schemas.microsoft.com/office/drawing/2014/main" id="{75614DBA-0879-4C83-B4B4-EECB085A204E}"/>
              </a:ext>
            </a:extLst>
          </p:cNvPr>
          <p:cNvSpPr>
            <a:spLocks noGrp="1"/>
          </p:cNvSpPr>
          <p:nvPr>
            <p:ph type="title"/>
          </p:nvPr>
        </p:nvSpPr>
        <p:spPr>
          <a:xfrm>
            <a:off x="548640" y="548640"/>
            <a:ext cx="11106150" cy="441960"/>
          </a:xfrm>
        </p:spPr>
        <p:txBody>
          <a:bodyPr/>
          <a:lstStyle/>
          <a:p>
            <a:r>
              <a:rPr lang="en-GB"/>
              <a:t>Click to edit Master title style</a:t>
            </a:r>
            <a:endParaRPr lang="en-US"/>
          </a:p>
        </p:txBody>
      </p:sp>
    </p:spTree>
    <p:extLst>
      <p:ext uri="{BB962C8B-B14F-4D97-AF65-F5344CB8AC3E}">
        <p14:creationId xmlns:p14="http://schemas.microsoft.com/office/powerpoint/2010/main" val="121976815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Subtitle Content and half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021648"/>
            <a:ext cx="5090157" cy="1884265"/>
          </a:xfrm>
        </p:spPr>
        <p:txBody>
          <a:bodyPr lIns="91440" rIns="91440"/>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5090157" cy="424732"/>
          </a:xfrm>
          <a:noFill/>
        </p:spPr>
        <p:txBody>
          <a:bodyPr wrap="square" lIns="91440" rIns="91440">
            <a:spAutoFit/>
          </a:bodyPr>
          <a:lstStyle>
            <a:lvl1pPr marL="0" indent="0">
              <a:buNone/>
              <a:defRPr sz="2400" b="1">
                <a:solidFill>
                  <a:schemeClr val="tx2"/>
                </a:solidFill>
              </a:defRPr>
            </a:lvl1pPr>
          </a:lstStyle>
          <a:p>
            <a:pPr lvl="0"/>
            <a:r>
              <a:rPr lang="en-US" noProof="0"/>
              <a:t>ADD ADDITIONAL TEXT </a:t>
            </a:r>
          </a:p>
        </p:txBody>
      </p:sp>
      <p:sp>
        <p:nvSpPr>
          <p:cNvPr id="12" name="Content Placeholder 6">
            <a:extLst>
              <a:ext uri="{FF2B5EF4-FFF2-40B4-BE49-F238E27FC236}">
                <a16:creationId xmlns:a16="http://schemas.microsoft.com/office/drawing/2014/main" id="{2E79C3B8-3CB6-4D76-8182-4489C35C869A}"/>
              </a:ext>
            </a:extLst>
          </p:cNvPr>
          <p:cNvSpPr>
            <a:spLocks noGrp="1"/>
          </p:cNvSpPr>
          <p:nvPr>
            <p:ph sz="quarter" idx="19"/>
          </p:nvPr>
        </p:nvSpPr>
        <p:spPr>
          <a:xfrm>
            <a:off x="6527803" y="4021648"/>
            <a:ext cx="5090157" cy="1884265"/>
          </a:xfrm>
        </p:spPr>
        <p:txBody>
          <a:bodyPr lIns="91440" rIns="91440"/>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13" name="Text Placeholder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6527803" y="3429000"/>
            <a:ext cx="5090157" cy="424732"/>
          </a:xfrm>
          <a:noFill/>
        </p:spPr>
        <p:txBody>
          <a:bodyPr wrap="square" lIns="91440" rIns="91440">
            <a:spAutoFit/>
          </a:bodyPr>
          <a:lstStyle>
            <a:lvl1pPr marL="0" indent="0">
              <a:buNone/>
              <a:defRPr sz="2400" b="1">
                <a:solidFill>
                  <a:schemeClr val="accent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423061"/>
            <a:ext cx="711197" cy="723544"/>
          </a:xfrm>
        </p:spPr>
        <p:txBody>
          <a:bodyPr anchor="ctr"/>
          <a:lstStyle>
            <a:lvl1pPr marL="0" indent="0" algn="ctr">
              <a:buNone/>
              <a:defRPr/>
            </a:lvl1pPr>
          </a:lstStyle>
          <a:p>
            <a:r>
              <a:rPr lang="en-US" noProof="0" dirty="0"/>
              <a:t>Icon</a:t>
            </a:r>
          </a:p>
        </p:txBody>
      </p:sp>
      <p:sp>
        <p:nvSpPr>
          <p:cNvPr id="15" name="Picture Placeholder 7">
            <a:extLst>
              <a:ext uri="{FF2B5EF4-FFF2-40B4-BE49-F238E27FC236}">
                <a16:creationId xmlns:a16="http://schemas.microsoft.com/office/drawing/2014/main" id="{6C4C965C-0B8E-48F5-AAAC-C3237DCB2911}"/>
              </a:ext>
              <a:ext uri="{C183D7F6-B498-43B3-948B-1728B52AA6E4}">
                <adec:decorative xmlns:adec="http://schemas.microsoft.com/office/drawing/2017/decorative" val="1"/>
              </a:ext>
            </a:extLst>
          </p:cNvPr>
          <p:cNvSpPr>
            <a:spLocks noGrp="1"/>
          </p:cNvSpPr>
          <p:nvPr>
            <p:ph type="pic" sz="quarter" idx="22" hasCustomPrompt="1"/>
          </p:nvPr>
        </p:nvSpPr>
        <p:spPr>
          <a:xfrm>
            <a:off x="6527803" y="2423061"/>
            <a:ext cx="711197" cy="723544"/>
          </a:xfrm>
        </p:spPr>
        <p:txBody>
          <a:bodyPr anchor="ctr"/>
          <a:lstStyle>
            <a:lvl1pPr marL="0" indent="0" algn="ctr">
              <a:buNone/>
              <a:defRPr/>
            </a:lvl1pPr>
          </a:lstStyle>
          <a:p>
            <a:r>
              <a:rPr lang="en-US" noProof="0" dirty="0"/>
              <a:t>Icon</a:t>
            </a:r>
          </a:p>
        </p:txBody>
      </p:sp>
      <p:sp>
        <p:nvSpPr>
          <p:cNvPr id="17" name="Slide Number Placeholder 5">
            <a:extLst>
              <a:ext uri="{FF2B5EF4-FFF2-40B4-BE49-F238E27FC236}">
                <a16:creationId xmlns:a16="http://schemas.microsoft.com/office/drawing/2014/main" id="{C94646A1-59D8-49D7-B0E1-B7771AB22D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98066805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Title Subtitle Content and half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021648"/>
            <a:ext cx="3474720" cy="1884265"/>
          </a:xfrm>
        </p:spPr>
        <p:txBody>
          <a:bodyPr lIns="91440" rIns="91440"/>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3474720" cy="424732"/>
          </a:xfrm>
          <a:noFill/>
        </p:spPr>
        <p:txBody>
          <a:bodyPr wrap="square" lIns="91440" rIns="91440">
            <a:noAutofit/>
          </a:bodyPr>
          <a:lstStyle>
            <a:lvl1pPr marL="0" indent="0">
              <a:buNone/>
              <a:defRPr sz="2400" b="1">
                <a:solidFill>
                  <a:schemeClr val="tx2"/>
                </a:solidFill>
              </a:defRPr>
            </a:lvl1pPr>
          </a:lstStyle>
          <a:p>
            <a:pPr lvl="0"/>
            <a:r>
              <a:rPr lang="en-US" noProof="0"/>
              <a:t>ADD ADDITIONAL TEXT </a:t>
            </a:r>
          </a:p>
        </p:txBody>
      </p:sp>
      <p:sp>
        <p:nvSpPr>
          <p:cNvPr id="12" name="Content Placeholder 6">
            <a:extLst>
              <a:ext uri="{FF2B5EF4-FFF2-40B4-BE49-F238E27FC236}">
                <a16:creationId xmlns:a16="http://schemas.microsoft.com/office/drawing/2014/main" id="{2E79C3B8-3CB6-4D76-8182-4489C35C869A}"/>
              </a:ext>
            </a:extLst>
          </p:cNvPr>
          <p:cNvSpPr>
            <a:spLocks noGrp="1"/>
          </p:cNvSpPr>
          <p:nvPr>
            <p:ph sz="quarter" idx="19"/>
          </p:nvPr>
        </p:nvSpPr>
        <p:spPr>
          <a:xfrm>
            <a:off x="4358640" y="4021648"/>
            <a:ext cx="3474720" cy="1884265"/>
          </a:xfrm>
        </p:spPr>
        <p:txBody>
          <a:bodyPr lIns="91440" rIns="91440"/>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13" name="Text Placeholder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4358640" y="3429000"/>
            <a:ext cx="3474720" cy="424732"/>
          </a:xfrm>
          <a:noFill/>
        </p:spPr>
        <p:txBody>
          <a:bodyPr wrap="square" lIns="91440" rIns="91440">
            <a:noAutofit/>
          </a:bodyPr>
          <a:lstStyle>
            <a:lvl1pPr marL="0" indent="0">
              <a:buNone/>
              <a:defRPr sz="2400" b="1">
                <a:solidFill>
                  <a:schemeClr val="accent5"/>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423061"/>
            <a:ext cx="711197" cy="723544"/>
          </a:xfrm>
        </p:spPr>
        <p:txBody>
          <a:bodyPr anchor="ctr"/>
          <a:lstStyle>
            <a:lvl1pPr marL="0" indent="0" algn="ctr">
              <a:buNone/>
              <a:defRPr/>
            </a:lvl1pPr>
          </a:lstStyle>
          <a:p>
            <a:r>
              <a:rPr lang="en-US" noProof="0" dirty="0"/>
              <a:t>Icon</a:t>
            </a:r>
          </a:p>
        </p:txBody>
      </p:sp>
      <p:sp>
        <p:nvSpPr>
          <p:cNvPr id="15" name="Picture Placeholder 7">
            <a:extLst>
              <a:ext uri="{FF2B5EF4-FFF2-40B4-BE49-F238E27FC236}">
                <a16:creationId xmlns:a16="http://schemas.microsoft.com/office/drawing/2014/main" id="{6C4C965C-0B8E-48F5-AAAC-C3237DCB2911}"/>
              </a:ext>
              <a:ext uri="{C183D7F6-B498-43B3-948B-1728B52AA6E4}">
                <adec:decorative xmlns:adec="http://schemas.microsoft.com/office/drawing/2017/decorative" val="1"/>
              </a:ext>
            </a:extLst>
          </p:cNvPr>
          <p:cNvSpPr>
            <a:spLocks noGrp="1"/>
          </p:cNvSpPr>
          <p:nvPr>
            <p:ph type="pic" sz="quarter" idx="22" hasCustomPrompt="1"/>
          </p:nvPr>
        </p:nvSpPr>
        <p:spPr>
          <a:xfrm>
            <a:off x="4358640" y="2423061"/>
            <a:ext cx="711197" cy="723544"/>
          </a:xfrm>
        </p:spPr>
        <p:txBody>
          <a:bodyPr anchor="ctr"/>
          <a:lstStyle>
            <a:lvl1pPr marL="0" indent="0" algn="ctr">
              <a:buNone/>
              <a:defRPr/>
            </a:lvl1pPr>
          </a:lstStyle>
          <a:p>
            <a:r>
              <a:rPr lang="en-US" noProof="0" dirty="0"/>
              <a:t>Icon</a:t>
            </a:r>
          </a:p>
        </p:txBody>
      </p:sp>
      <p:sp>
        <p:nvSpPr>
          <p:cNvPr id="16" name="Content Placeholder 6">
            <a:extLst>
              <a:ext uri="{FF2B5EF4-FFF2-40B4-BE49-F238E27FC236}">
                <a16:creationId xmlns:a16="http://schemas.microsoft.com/office/drawing/2014/main" id="{F4C1E55C-86D8-4053-9865-59D5B4F8A350}"/>
              </a:ext>
            </a:extLst>
          </p:cNvPr>
          <p:cNvSpPr>
            <a:spLocks noGrp="1"/>
          </p:cNvSpPr>
          <p:nvPr>
            <p:ph sz="quarter" idx="23"/>
          </p:nvPr>
        </p:nvSpPr>
        <p:spPr>
          <a:xfrm>
            <a:off x="8168640" y="4021648"/>
            <a:ext cx="3474720" cy="1884265"/>
          </a:xfrm>
        </p:spPr>
        <p:txBody>
          <a:bodyPr lIns="91440" rIns="91440"/>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17" name="Text Placeholder 7">
            <a:extLst>
              <a:ext uri="{FF2B5EF4-FFF2-40B4-BE49-F238E27FC236}">
                <a16:creationId xmlns:a16="http://schemas.microsoft.com/office/drawing/2014/main" id="{3B68B60C-9D86-4961-A5CE-AB650CA3364D}"/>
              </a:ext>
            </a:extLst>
          </p:cNvPr>
          <p:cNvSpPr>
            <a:spLocks noGrp="1"/>
          </p:cNvSpPr>
          <p:nvPr>
            <p:ph type="body" sz="quarter" idx="24" hasCustomPrompt="1"/>
          </p:nvPr>
        </p:nvSpPr>
        <p:spPr>
          <a:xfrm>
            <a:off x="8168640" y="3429000"/>
            <a:ext cx="3474720" cy="424732"/>
          </a:xfrm>
          <a:noFill/>
        </p:spPr>
        <p:txBody>
          <a:bodyPr wrap="square" lIns="91440" rIns="91440">
            <a:noAutofit/>
          </a:bodyPr>
          <a:lstStyle>
            <a:lvl1pPr marL="0" indent="0">
              <a:buNone/>
              <a:defRPr sz="2400" b="1">
                <a:solidFill>
                  <a:schemeClr val="accent2"/>
                </a:solidFill>
              </a:defRPr>
            </a:lvl1pPr>
          </a:lstStyle>
          <a:p>
            <a:pPr lvl="0"/>
            <a:r>
              <a:rPr lang="en-US" noProof="0"/>
              <a:t>ADD ADDITIONAL TEXT </a:t>
            </a:r>
          </a:p>
        </p:txBody>
      </p:sp>
      <p:sp>
        <p:nvSpPr>
          <p:cNvPr id="19" name="Picture Placeholder 7">
            <a:extLst>
              <a:ext uri="{FF2B5EF4-FFF2-40B4-BE49-F238E27FC236}">
                <a16:creationId xmlns:a16="http://schemas.microsoft.com/office/drawing/2014/main" id="{AFE200E7-D3F0-41C3-92B0-E09677035AD0}"/>
              </a:ext>
              <a:ext uri="{C183D7F6-B498-43B3-948B-1728B52AA6E4}">
                <adec:decorative xmlns:adec="http://schemas.microsoft.com/office/drawing/2017/decorative" val="1"/>
              </a:ext>
            </a:extLst>
          </p:cNvPr>
          <p:cNvSpPr>
            <a:spLocks noGrp="1"/>
          </p:cNvSpPr>
          <p:nvPr>
            <p:ph type="pic" sz="quarter" idx="25" hasCustomPrompt="1"/>
          </p:nvPr>
        </p:nvSpPr>
        <p:spPr>
          <a:xfrm>
            <a:off x="8168336" y="2423061"/>
            <a:ext cx="711197" cy="723544"/>
          </a:xfrm>
        </p:spPr>
        <p:txBody>
          <a:bodyPr anchor="ctr"/>
          <a:lstStyle>
            <a:lvl1pPr marL="0" indent="0" algn="ctr">
              <a:buNone/>
              <a:defRPr/>
            </a:lvl1pPr>
          </a:lstStyle>
          <a:p>
            <a:r>
              <a:rPr lang="en-US" noProof="0" dirty="0"/>
              <a:t>Icon</a:t>
            </a:r>
          </a:p>
        </p:txBody>
      </p:sp>
      <p:sp>
        <p:nvSpPr>
          <p:cNvPr id="21" name="Slide Number Placeholder 5">
            <a:extLst>
              <a:ext uri="{FF2B5EF4-FFF2-40B4-BE49-F238E27FC236}">
                <a16:creationId xmlns:a16="http://schemas.microsoft.com/office/drawing/2014/main" id="{520633DF-6AFD-4B07-9AFD-09317A9CC68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5668240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Icon Content 2 row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38400"/>
            <a:ext cx="5901458" cy="975260"/>
          </a:xfrm>
        </p:spPr>
        <p:txBody>
          <a:bodyPr lIns="91440" rIns="91440" anchor="ctr">
            <a:noAutofit/>
          </a:bodyPr>
          <a:lstStyle>
            <a:lvl1pPr>
              <a:defRPr/>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474720" cy="424732"/>
          </a:xfrm>
          <a:noFill/>
        </p:spPr>
        <p:txBody>
          <a:bodyPr wrap="square" lIns="91440" rIns="91440">
            <a:noAutofit/>
          </a:bodyPr>
          <a:lstStyle>
            <a:lvl1pPr marL="0" indent="0">
              <a:buNone/>
              <a:defRPr sz="2400" b="1">
                <a:solidFill>
                  <a:schemeClr val="tx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564258"/>
            <a:ext cx="711197" cy="723544"/>
          </a:xfrm>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4391622"/>
            <a:ext cx="5901458" cy="975260"/>
          </a:xfrm>
        </p:spPr>
        <p:txBody>
          <a:bodyPr lIns="91440" rIns="91440" anchor="ctr">
            <a:noAutofit/>
          </a:bodyPr>
          <a:lstStyle>
            <a:lvl1pPr>
              <a:defRPr/>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4666886"/>
            <a:ext cx="3474720" cy="424732"/>
          </a:xfrm>
          <a:noFill/>
        </p:spPr>
        <p:txBody>
          <a:bodyPr wrap="square" lIns="91440" rIns="91440">
            <a:noAutofit/>
          </a:bodyPr>
          <a:lstStyle>
            <a:lvl1pPr marL="0" indent="0">
              <a:buNone/>
              <a:defRPr sz="2400" b="1">
                <a:solidFill>
                  <a:schemeClr val="accent5"/>
                </a:solidFill>
              </a:defRPr>
            </a:lvl1pPr>
          </a:lstStyle>
          <a:p>
            <a:pPr lvl="0"/>
            <a:r>
              <a:rPr lang="en-US" noProof="0"/>
              <a:t>ADD ADDITIONAL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548944" y="4517480"/>
            <a:ext cx="711197" cy="723544"/>
          </a:xfrm>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86215740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Icon Content 3 row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23061"/>
            <a:ext cx="5901458" cy="1005939"/>
          </a:xfrm>
        </p:spPr>
        <p:txBody>
          <a:bodyPr lIns="91440" rIns="91440"/>
          <a:lstStyle>
            <a:lvl1pPr>
              <a:defRPr/>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810000" cy="424732"/>
          </a:xfrm>
          <a:noFill/>
        </p:spPr>
        <p:txBody>
          <a:bodyPr wrap="square" lIns="91440" rIns="91440" anchor="ctr">
            <a:spAutoFit/>
          </a:bodyPr>
          <a:lstStyle>
            <a:lvl1pPr marL="0" indent="0">
              <a:buNone/>
              <a:defRPr sz="2400" b="1">
                <a:solidFill>
                  <a:schemeClr val="tx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564258"/>
            <a:ext cx="711197" cy="723544"/>
          </a:xfrm>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3556396"/>
            <a:ext cx="5901458" cy="1005939"/>
          </a:xfrm>
        </p:spPr>
        <p:txBody>
          <a:bodyPr lIns="91440" rIns="91440"/>
          <a:lstStyle>
            <a:lvl1pPr>
              <a:defRPr/>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3846999"/>
            <a:ext cx="3810000" cy="424732"/>
          </a:xfrm>
          <a:noFill/>
        </p:spPr>
        <p:txBody>
          <a:bodyPr wrap="square" lIns="91440" rIns="91440" anchor="ctr">
            <a:spAutoFit/>
          </a:bodyPr>
          <a:lstStyle>
            <a:lvl1pPr marL="0" indent="0">
              <a:buNone/>
              <a:defRPr sz="2400" b="1">
                <a:solidFill>
                  <a:schemeClr val="accent5"/>
                </a:solidFill>
              </a:defRPr>
            </a:lvl1pPr>
          </a:lstStyle>
          <a:p>
            <a:pPr lvl="0"/>
            <a:r>
              <a:rPr lang="en-US" noProof="0"/>
              <a:t>ADD ADDITIONAL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548944" y="3697593"/>
            <a:ext cx="711197" cy="723544"/>
          </a:xfrm>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3" name="Content Placeholder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5562600" y="4689732"/>
            <a:ext cx="5901458" cy="1005939"/>
          </a:xfrm>
        </p:spPr>
        <p:txBody>
          <a:bodyPr lIns="91440" rIns="91440"/>
          <a:lstStyle>
            <a:lvl1pPr>
              <a:defRPr/>
            </a:lvl1pPr>
          </a:lstStyle>
          <a:p>
            <a:pPr lvl="0"/>
            <a:r>
              <a:rPr lang="en-US" noProof="0"/>
              <a:t>Description text </a:t>
            </a:r>
          </a:p>
        </p:txBody>
      </p:sp>
      <p:sp>
        <p:nvSpPr>
          <p:cNvPr id="17" name="Text Placeholder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1524000" y="4980335"/>
            <a:ext cx="3810000" cy="424732"/>
          </a:xfrm>
          <a:noFill/>
        </p:spPr>
        <p:txBody>
          <a:bodyPr wrap="square" lIns="91440" rIns="91440" anchor="ctr">
            <a:spAutoFit/>
          </a:bodyPr>
          <a:lstStyle>
            <a:lvl1pPr marL="0" indent="0">
              <a:buNone/>
              <a:defRPr sz="2400" b="1">
                <a:solidFill>
                  <a:schemeClr val="accent6"/>
                </a:solidFill>
              </a:defRPr>
            </a:lvl1pPr>
          </a:lstStyle>
          <a:p>
            <a:pPr lvl="0"/>
            <a:r>
              <a:rPr lang="en-US" noProof="0"/>
              <a:t>ADD ADDITIONAL TEXT </a:t>
            </a:r>
          </a:p>
        </p:txBody>
      </p:sp>
      <p:sp>
        <p:nvSpPr>
          <p:cNvPr id="19" name="Picture Placeholder 7">
            <a:extLst>
              <a:ext uri="{FF2B5EF4-FFF2-40B4-BE49-F238E27FC236}">
                <a16:creationId xmlns:a16="http://schemas.microsoft.com/office/drawing/2014/main" id="{68F52DD2-B3F0-4652-8C7B-96406F99FC14}"/>
              </a:ext>
              <a:ext uri="{C183D7F6-B498-43B3-948B-1728B52AA6E4}">
                <adec:decorative xmlns:adec="http://schemas.microsoft.com/office/drawing/2017/decorative" val="1"/>
              </a:ext>
            </a:extLst>
          </p:cNvPr>
          <p:cNvSpPr>
            <a:spLocks noGrp="1"/>
          </p:cNvSpPr>
          <p:nvPr>
            <p:ph type="pic" sz="quarter" idx="27" hasCustomPrompt="1"/>
          </p:nvPr>
        </p:nvSpPr>
        <p:spPr>
          <a:xfrm>
            <a:off x="548944" y="4830929"/>
            <a:ext cx="711197" cy="723544"/>
          </a:xfrm>
        </p:spPr>
        <p:txBody>
          <a:bodyPr anchor="ctr"/>
          <a:lstStyle>
            <a:lvl1pPr marL="0" indent="0" algn="ctr">
              <a:buNone/>
              <a:defRPr/>
            </a:lvl1pPr>
          </a:lstStyle>
          <a:p>
            <a:r>
              <a:rPr lang="en-US" noProof="0" dirty="0"/>
              <a:t>Icon</a:t>
            </a:r>
          </a:p>
        </p:txBody>
      </p:sp>
    </p:spTree>
    <p:extLst>
      <p:ext uri="{BB962C8B-B14F-4D97-AF65-F5344CB8AC3E}">
        <p14:creationId xmlns:p14="http://schemas.microsoft.com/office/powerpoint/2010/main" val="284741103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ide patch Icon Content 3 rows">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7151214" y="2035302"/>
            <a:ext cx="4312844" cy="914490"/>
          </a:xfrm>
        </p:spPr>
        <p:txBody>
          <a:bodyPr lIns="91440" rIns="91440" anchor="ctr">
            <a:noAutofit/>
          </a:bodyPr>
          <a:lstStyle>
            <a:lvl1pPr marL="0" indent="0">
              <a:buNone/>
              <a:defRPr sz="1400"/>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624840" y="2280181"/>
            <a:ext cx="4937760" cy="424732"/>
          </a:xfrm>
          <a:noFill/>
        </p:spPr>
        <p:txBody>
          <a:bodyPr wrap="square" lIns="91440" rIns="91440" anchor="ctr">
            <a:noAutofit/>
          </a:bodyPr>
          <a:lstStyle>
            <a:lvl1pPr marL="0" indent="0" algn="r">
              <a:buNone/>
              <a:defRPr sz="2000" b="1">
                <a:solidFill>
                  <a:schemeClr val="tx2"/>
                </a:solidFill>
              </a:defRPr>
            </a:lvl1pPr>
          </a:lstStyle>
          <a:p>
            <a:pPr lvl="0"/>
            <a:r>
              <a:rPr lang="en-US" noProof="0"/>
              <a:t>ADD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756426" y="1935993"/>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6071132" y="3576256"/>
            <a:ext cx="5392925" cy="914490"/>
          </a:xfrm>
        </p:spPr>
        <p:txBody>
          <a:bodyPr lIns="91440" rIns="91440" anchor="ctr">
            <a:noAutofit/>
          </a:bodyPr>
          <a:lstStyle>
            <a:lvl1pPr marL="0" indent="0">
              <a:buNone/>
              <a:defRPr sz="1400"/>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548640" y="3846999"/>
            <a:ext cx="4023360" cy="424732"/>
          </a:xfrm>
          <a:noFill/>
        </p:spPr>
        <p:txBody>
          <a:bodyPr wrap="square" lIns="91440" rIns="91440" anchor="ctr">
            <a:noAutofit/>
          </a:bodyPr>
          <a:lstStyle>
            <a:lvl1pPr marL="0" indent="0" algn="r">
              <a:buNone/>
              <a:defRPr sz="2000" b="1">
                <a:solidFill>
                  <a:schemeClr val="accent5"/>
                </a:solidFill>
              </a:defRPr>
            </a:lvl1pPr>
          </a:lstStyle>
          <a:p>
            <a:pPr lvl="0"/>
            <a:r>
              <a:rPr lang="en-US" noProof="0"/>
              <a:t>ADD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4774508" y="3502811"/>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3" name="Content Placeholder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4949699" y="5117210"/>
            <a:ext cx="6514359" cy="914490"/>
          </a:xfrm>
        </p:spPr>
        <p:txBody>
          <a:bodyPr lIns="91440" rIns="91440" anchor="ctr">
            <a:noAutofit/>
          </a:bodyPr>
          <a:lstStyle>
            <a:lvl1pPr marL="0" indent="0">
              <a:buNone/>
              <a:defRPr sz="1400"/>
            </a:lvl1pPr>
          </a:lstStyle>
          <a:p>
            <a:pPr lvl="0"/>
            <a:r>
              <a:rPr lang="en-US" noProof="0"/>
              <a:t>Description text </a:t>
            </a:r>
          </a:p>
        </p:txBody>
      </p:sp>
      <p:sp>
        <p:nvSpPr>
          <p:cNvPr id="17" name="Text Placeholder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548641" y="5362089"/>
            <a:ext cx="2956560" cy="424732"/>
          </a:xfrm>
          <a:noFill/>
        </p:spPr>
        <p:txBody>
          <a:bodyPr wrap="square" lIns="91440" rIns="91440" anchor="ctr">
            <a:noAutofit/>
          </a:bodyPr>
          <a:lstStyle>
            <a:lvl1pPr marL="0" indent="0" algn="r">
              <a:buNone/>
              <a:defRPr sz="2000" b="1">
                <a:solidFill>
                  <a:schemeClr val="accent6"/>
                </a:solidFill>
              </a:defRPr>
            </a:lvl1pPr>
          </a:lstStyle>
          <a:p>
            <a:pPr lvl="0"/>
            <a:r>
              <a:rPr lang="en-US" noProof="0"/>
              <a:t>ADD TEXT </a:t>
            </a:r>
          </a:p>
        </p:txBody>
      </p:sp>
      <p:sp>
        <p:nvSpPr>
          <p:cNvPr id="19" name="Picture Placeholder 7">
            <a:extLst>
              <a:ext uri="{FF2B5EF4-FFF2-40B4-BE49-F238E27FC236}">
                <a16:creationId xmlns:a16="http://schemas.microsoft.com/office/drawing/2014/main" id="{68F52DD2-B3F0-4652-8C7B-96406F99FC14}"/>
              </a:ext>
              <a:ext uri="{C183D7F6-B498-43B3-948B-1728B52AA6E4}">
                <adec:decorative xmlns:adec="http://schemas.microsoft.com/office/drawing/2017/decorative" val="1"/>
              </a:ext>
            </a:extLst>
          </p:cNvPr>
          <p:cNvSpPr>
            <a:spLocks noGrp="1"/>
          </p:cNvSpPr>
          <p:nvPr>
            <p:ph type="pic" sz="quarter" idx="27" hasCustomPrompt="1"/>
          </p:nvPr>
        </p:nvSpPr>
        <p:spPr>
          <a:xfrm>
            <a:off x="3680392" y="5017901"/>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35" name="Freeform: Shape 34">
            <a:extLst>
              <a:ext uri="{FF2B5EF4-FFF2-40B4-BE49-F238E27FC236}">
                <a16:creationId xmlns:a16="http://schemas.microsoft.com/office/drawing/2014/main" id="{79F57DF2-7AB9-4D3A-AADE-E93D5621B0F8}"/>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358974389"/>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ide patch Title Only">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6B4884FC-8C22-42B9-9E84-2B12AC73364F}"/>
              </a:ext>
              <a:ext uri="{C183D7F6-B498-43B3-948B-1728B52AA6E4}">
                <adec:decorative xmlns:adec="http://schemas.microsoft.com/office/drawing/2017/decorative" val="1"/>
              </a:ext>
            </a:extLst>
          </p:cNvPr>
          <p:cNvCxnSpPr/>
          <p:nvPr userDrawn="1"/>
        </p:nvCxnSpPr>
        <p:spPr>
          <a:xfrm>
            <a:off x="2018097"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6B9C406-BFD3-481F-9B48-3DCA3A33014F}"/>
              </a:ext>
              <a:ext uri="{C183D7F6-B498-43B3-948B-1728B52AA6E4}">
                <adec:decorative xmlns:adec="http://schemas.microsoft.com/office/drawing/2017/decorative" val="1"/>
              </a:ext>
            </a:extLst>
          </p:cNvPr>
          <p:cNvCxnSpPr/>
          <p:nvPr userDrawn="1"/>
        </p:nvCxnSpPr>
        <p:spPr>
          <a:xfrm>
            <a:off x="57518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AF3D50D-B3D8-4A41-84D8-4BE250D1BD62}"/>
              </a:ext>
              <a:ext uri="{C183D7F6-B498-43B3-948B-1728B52AA6E4}">
                <adec:decorative xmlns:adec="http://schemas.microsoft.com/office/drawing/2017/decorative" val="1"/>
              </a:ext>
            </a:extLst>
          </p:cNvPr>
          <p:cNvCxnSpPr/>
          <p:nvPr userDrawn="1"/>
        </p:nvCxnSpPr>
        <p:spPr>
          <a:xfrm>
            <a:off x="94856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Picture Placeholder 8">
            <a:extLst>
              <a:ext uri="{FF2B5EF4-FFF2-40B4-BE49-F238E27FC236}">
                <a16:creationId xmlns:a16="http://schemas.microsoft.com/office/drawing/2014/main" id="{D7401DA1-CBDE-40D5-856F-25C28280FCB0}"/>
              </a:ext>
              <a:ext uri="{C183D7F6-B498-43B3-948B-1728B52AA6E4}">
                <adec:decorative xmlns:adec="http://schemas.microsoft.com/office/drawing/2017/decorative" val="1"/>
              </a:ext>
            </a:extLst>
          </p:cNvPr>
          <p:cNvSpPr>
            <a:spLocks noGrp="1"/>
          </p:cNvSpPr>
          <p:nvPr>
            <p:ph type="pic" sz="quarter" idx="17" hasCustomPrompt="1"/>
          </p:nvPr>
        </p:nvSpPr>
        <p:spPr>
          <a:xfrm>
            <a:off x="533401"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1</a:t>
            </a:r>
          </a:p>
        </p:txBody>
      </p:sp>
      <p:sp>
        <p:nvSpPr>
          <p:cNvPr id="30" name="Picture Placeholder 8">
            <a:extLst>
              <a:ext uri="{FF2B5EF4-FFF2-40B4-BE49-F238E27FC236}">
                <a16:creationId xmlns:a16="http://schemas.microsoft.com/office/drawing/2014/main" id="{6321F101-EC7B-4128-A7FA-373AC507D3D4}"/>
              </a:ext>
              <a:ext uri="{C183D7F6-B498-43B3-948B-1728B52AA6E4}">
                <adec:decorative xmlns:adec="http://schemas.microsoft.com/office/drawing/2017/decorative" val="1"/>
              </a:ext>
            </a:extLst>
          </p:cNvPr>
          <p:cNvSpPr>
            <a:spLocks noGrp="1"/>
          </p:cNvSpPr>
          <p:nvPr>
            <p:ph type="pic" sz="quarter" idx="18" hasCustomPrompt="1"/>
          </p:nvPr>
        </p:nvSpPr>
        <p:spPr>
          <a:xfrm>
            <a:off x="4267200"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2</a:t>
            </a:r>
          </a:p>
        </p:txBody>
      </p:sp>
      <p:sp>
        <p:nvSpPr>
          <p:cNvPr id="31" name="Picture Placeholder 8">
            <a:extLst>
              <a:ext uri="{FF2B5EF4-FFF2-40B4-BE49-F238E27FC236}">
                <a16:creationId xmlns:a16="http://schemas.microsoft.com/office/drawing/2014/main" id="{229667AF-39CB-43E6-8D30-A2DDF8365C21}"/>
              </a:ext>
              <a:ext uri="{C183D7F6-B498-43B3-948B-1728B52AA6E4}">
                <adec:decorative xmlns:adec="http://schemas.microsoft.com/office/drawing/2017/decorative" val="1"/>
              </a:ext>
            </a:extLst>
          </p:cNvPr>
          <p:cNvSpPr>
            <a:spLocks noGrp="1"/>
          </p:cNvSpPr>
          <p:nvPr>
            <p:ph type="pic" sz="quarter" idx="19" hasCustomPrompt="1"/>
          </p:nvPr>
        </p:nvSpPr>
        <p:spPr>
          <a:xfrm>
            <a:off x="8001000"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3</a:t>
            </a:r>
          </a:p>
        </p:txBody>
      </p:sp>
      <p:sp>
        <p:nvSpPr>
          <p:cNvPr id="32" name="Text Placeholder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864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
        <p:nvSpPr>
          <p:cNvPr id="33" name="Text Placeholder 7">
            <a:extLst>
              <a:ext uri="{FF2B5EF4-FFF2-40B4-BE49-F238E27FC236}">
                <a16:creationId xmlns:a16="http://schemas.microsoft.com/office/drawing/2014/main" id="{EB4CA538-2AD9-458A-B582-2FBFEAF60CFA}"/>
              </a:ext>
            </a:extLst>
          </p:cNvPr>
          <p:cNvSpPr>
            <a:spLocks noGrp="1"/>
          </p:cNvSpPr>
          <p:nvPr>
            <p:ph type="body" sz="quarter" idx="20" hasCustomPrompt="1"/>
          </p:nvPr>
        </p:nvSpPr>
        <p:spPr>
          <a:xfrm>
            <a:off x="426720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
        <p:nvSpPr>
          <p:cNvPr id="35" name="Text Placeholder 7">
            <a:extLst>
              <a:ext uri="{FF2B5EF4-FFF2-40B4-BE49-F238E27FC236}">
                <a16:creationId xmlns:a16="http://schemas.microsoft.com/office/drawing/2014/main" id="{857C263B-EA99-4350-84C0-08B9746AEC05}"/>
              </a:ext>
            </a:extLst>
          </p:cNvPr>
          <p:cNvSpPr>
            <a:spLocks noGrp="1"/>
          </p:cNvSpPr>
          <p:nvPr>
            <p:ph type="body" sz="quarter" idx="21" hasCustomPrompt="1"/>
          </p:nvPr>
        </p:nvSpPr>
        <p:spPr>
          <a:xfrm>
            <a:off x="800100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Tree>
    <p:extLst>
      <p:ext uri="{BB962C8B-B14F-4D97-AF65-F5344CB8AC3E}">
        <p14:creationId xmlns:p14="http://schemas.microsoft.com/office/powerpoint/2010/main" val="11847593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am Slide">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6B4884FC-8C22-42B9-9E84-2B12AC73364F}"/>
              </a:ext>
              <a:ext uri="{C183D7F6-B498-43B3-948B-1728B52AA6E4}">
                <adec:decorative xmlns:adec="http://schemas.microsoft.com/office/drawing/2017/decorative" val="1"/>
              </a:ext>
            </a:extLst>
          </p:cNvPr>
          <p:cNvCxnSpPr/>
          <p:nvPr userDrawn="1"/>
        </p:nvCxnSpPr>
        <p:spPr>
          <a:xfrm>
            <a:off x="1751397" y="5027659"/>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Picture Placeholder 8">
            <a:extLst>
              <a:ext uri="{FF2B5EF4-FFF2-40B4-BE49-F238E27FC236}">
                <a16:creationId xmlns:a16="http://schemas.microsoft.com/office/drawing/2014/main" id="{D7401DA1-CBDE-40D5-856F-25C28280FCB0}"/>
              </a:ext>
              <a:ext uri="{C183D7F6-B498-43B3-948B-1728B52AA6E4}">
                <adec:decorative xmlns:adec="http://schemas.microsoft.com/office/drawing/2017/decorative" val="1"/>
              </a:ext>
            </a:extLst>
          </p:cNvPr>
          <p:cNvSpPr>
            <a:spLocks noGrp="1"/>
          </p:cNvSpPr>
          <p:nvPr>
            <p:ph type="pic" sz="quarter" idx="17" hasCustomPrompt="1"/>
          </p:nvPr>
        </p:nvSpPr>
        <p:spPr>
          <a:xfrm>
            <a:off x="723902" y="2057402"/>
            <a:ext cx="2743197" cy="274319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1021" y="5307558"/>
            <a:ext cx="3108959" cy="424732"/>
          </a:xfrm>
          <a:noFill/>
        </p:spPr>
        <p:txBody>
          <a:bodyPr wrap="square" lIns="91440" rIns="91440" anchor="t">
            <a:noAutofit/>
          </a:bodyPr>
          <a:lstStyle>
            <a:lvl1pPr marL="0" indent="0" algn="ctr">
              <a:spcBef>
                <a:spcPts val="0"/>
              </a:spcBef>
              <a:spcAft>
                <a:spcPts val="0"/>
              </a:spcAft>
              <a:buNone/>
              <a:defRPr sz="2000" b="1">
                <a:solidFill>
                  <a:schemeClr val="tx2"/>
                </a:solidFill>
                <a:latin typeface="+mj-lt"/>
              </a:defRPr>
            </a:lvl1pPr>
          </a:lstStyle>
          <a:p>
            <a:pPr lvl="0"/>
            <a:r>
              <a:rPr lang="en-US" noProof="0"/>
              <a:t>ADD TEXT </a:t>
            </a:r>
          </a:p>
        </p:txBody>
      </p:sp>
      <p:sp>
        <p:nvSpPr>
          <p:cNvPr id="17" name="Text Placeholder 7">
            <a:extLst>
              <a:ext uri="{FF2B5EF4-FFF2-40B4-BE49-F238E27FC236}">
                <a16:creationId xmlns:a16="http://schemas.microsoft.com/office/drawing/2014/main" id="{2FD9C5C0-2B13-4BD9-BA25-5F692DE9E82D}"/>
              </a:ext>
            </a:extLst>
          </p:cNvPr>
          <p:cNvSpPr>
            <a:spLocks noGrp="1"/>
          </p:cNvSpPr>
          <p:nvPr>
            <p:ph type="body" sz="quarter" idx="18" hasCustomPrompt="1"/>
          </p:nvPr>
        </p:nvSpPr>
        <p:spPr>
          <a:xfrm>
            <a:off x="541021" y="5688559"/>
            <a:ext cx="3108959" cy="323629"/>
          </a:xfrm>
          <a:noFill/>
        </p:spPr>
        <p:txBody>
          <a:bodyPr wrap="square" lIns="91440" rIns="91440" anchor="t">
            <a:noAutofit/>
          </a:bodyPr>
          <a:lstStyle>
            <a:lvl1pPr marL="0" indent="0" algn="ctr">
              <a:spcBef>
                <a:spcPts val="0"/>
              </a:spcBef>
              <a:spcAft>
                <a:spcPts val="0"/>
              </a:spcAft>
              <a:buNone/>
              <a:defRPr sz="1400" b="0">
                <a:solidFill>
                  <a:schemeClr val="tx2"/>
                </a:solidFill>
                <a:latin typeface="+mn-lt"/>
              </a:defRPr>
            </a:lvl1pPr>
          </a:lstStyle>
          <a:p>
            <a:pPr lvl="0"/>
            <a:r>
              <a:rPr lang="en-US" noProof="0"/>
              <a:t>Description</a:t>
            </a:r>
          </a:p>
        </p:txBody>
      </p:sp>
      <p:cxnSp>
        <p:nvCxnSpPr>
          <p:cNvPr id="5" name="Straight Connector 4">
            <a:extLst>
              <a:ext uri="{FF2B5EF4-FFF2-40B4-BE49-F238E27FC236}">
                <a16:creationId xmlns:a16="http://schemas.microsoft.com/office/drawing/2014/main" id="{9971D9F8-CAE6-4680-A029-F96D0F1441FD}"/>
              </a:ext>
            </a:extLst>
          </p:cNvPr>
          <p:cNvCxnSpPr>
            <a:cxnSpLocks/>
          </p:cNvCxnSpPr>
          <p:nvPr userDrawn="1"/>
        </p:nvCxnSpPr>
        <p:spPr>
          <a:xfrm flipH="1">
            <a:off x="3907846"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31598D0-210A-4FC8-9A7B-BFA0921CF214}"/>
              </a:ext>
              <a:ext uri="{C183D7F6-B498-43B3-948B-1728B52AA6E4}">
                <adec:decorative xmlns:adec="http://schemas.microsoft.com/office/drawing/2017/decorative" val="1"/>
              </a:ext>
            </a:extLst>
          </p:cNvPr>
          <p:cNvCxnSpPr>
            <a:cxnSpLocks/>
          </p:cNvCxnSpPr>
          <p:nvPr userDrawn="1"/>
        </p:nvCxnSpPr>
        <p:spPr>
          <a:xfrm rot="16200000">
            <a:off x="5536511"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606439E2-68F5-46DF-9799-ABBEBECFD358}"/>
              </a:ext>
              <a:ext uri="{C183D7F6-B498-43B3-948B-1728B52AA6E4}">
                <adec:decorative xmlns:adec="http://schemas.microsoft.com/office/drawing/2017/decorative" val="1"/>
              </a:ext>
            </a:extLst>
          </p:cNvPr>
          <p:cNvGrpSpPr/>
          <p:nvPr userDrawn="1"/>
        </p:nvGrpSpPr>
        <p:grpSpPr>
          <a:xfrm>
            <a:off x="3906013" y="2754546"/>
            <a:ext cx="3254399" cy="2828600"/>
            <a:chOff x="4431264" y="2199060"/>
            <a:chExt cx="3363136" cy="2828600"/>
          </a:xfrm>
        </p:grpSpPr>
        <p:cxnSp>
          <p:nvCxnSpPr>
            <p:cNvPr id="21" name="Straight Connector 20">
              <a:extLst>
                <a:ext uri="{FF2B5EF4-FFF2-40B4-BE49-F238E27FC236}">
                  <a16:creationId xmlns:a16="http://schemas.microsoft.com/office/drawing/2014/main" id="{E95E9585-55FC-4C03-8122-DED9B077D9F8}"/>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2403E01-A7A9-4801-84C2-A2B3D9B7F577}"/>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5" name="Picture Placeholder 8">
            <a:extLst>
              <a:ext uri="{FF2B5EF4-FFF2-40B4-BE49-F238E27FC236}">
                <a16:creationId xmlns:a16="http://schemas.microsoft.com/office/drawing/2014/main" id="{BDA24073-E1E8-43FF-B135-B2947B97222B}"/>
              </a:ext>
              <a:ext uri="{C183D7F6-B498-43B3-948B-1728B52AA6E4}">
                <adec:decorative xmlns:adec="http://schemas.microsoft.com/office/drawing/2017/decorative" val="1"/>
              </a:ext>
            </a:extLst>
          </p:cNvPr>
          <p:cNvSpPr>
            <a:spLocks noGrp="1"/>
          </p:cNvSpPr>
          <p:nvPr userDrawn="1">
            <p:ph type="pic" sz="quarter" idx="19" hasCustomPrompt="1"/>
          </p:nvPr>
        </p:nvSpPr>
        <p:spPr>
          <a:xfrm>
            <a:off x="5426747"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Picture Placeholder 8">
            <a:extLst>
              <a:ext uri="{FF2B5EF4-FFF2-40B4-BE49-F238E27FC236}">
                <a16:creationId xmlns:a16="http://schemas.microsoft.com/office/drawing/2014/main" id="{DAD1D946-AD65-4E2D-A739-D93BA1AC1DFD}"/>
              </a:ext>
              <a:ext uri="{C183D7F6-B498-43B3-948B-1728B52AA6E4}">
                <adec:decorative xmlns:adec="http://schemas.microsoft.com/office/drawing/2017/decorative" val="1"/>
              </a:ext>
            </a:extLst>
          </p:cNvPr>
          <p:cNvSpPr>
            <a:spLocks noGrp="1"/>
          </p:cNvSpPr>
          <p:nvPr userDrawn="1">
            <p:ph type="pic" sz="quarter" idx="20" hasCustomPrompt="1"/>
          </p:nvPr>
        </p:nvSpPr>
        <p:spPr>
          <a:xfrm>
            <a:off x="4408933"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7" name="Picture Placeholder 8">
            <a:extLst>
              <a:ext uri="{FF2B5EF4-FFF2-40B4-BE49-F238E27FC236}">
                <a16:creationId xmlns:a16="http://schemas.microsoft.com/office/drawing/2014/main" id="{036FD13F-5CDF-4A6F-A890-1F23EA59027F}"/>
              </a:ext>
              <a:ext uri="{C183D7F6-B498-43B3-948B-1728B52AA6E4}">
                <adec:decorative xmlns:adec="http://schemas.microsoft.com/office/drawing/2017/decorative" val="1"/>
              </a:ext>
            </a:extLst>
          </p:cNvPr>
          <p:cNvSpPr>
            <a:spLocks noGrp="1"/>
          </p:cNvSpPr>
          <p:nvPr userDrawn="1">
            <p:ph type="pic" sz="quarter" idx="21" hasCustomPrompt="1"/>
          </p:nvPr>
        </p:nvSpPr>
        <p:spPr>
          <a:xfrm>
            <a:off x="6458832"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cxnSp>
        <p:nvCxnSpPr>
          <p:cNvPr id="36" name="Straight Connector 35">
            <a:extLst>
              <a:ext uri="{FF2B5EF4-FFF2-40B4-BE49-F238E27FC236}">
                <a16:creationId xmlns:a16="http://schemas.microsoft.com/office/drawing/2014/main" id="{4EA974DF-48E5-46E7-9453-8A47028BC514}"/>
              </a:ext>
              <a:ext uri="{C183D7F6-B498-43B3-948B-1728B52AA6E4}">
                <adec:decorative xmlns:adec="http://schemas.microsoft.com/office/drawing/2017/decorative" val="1"/>
              </a:ext>
            </a:extLst>
          </p:cNvPr>
          <p:cNvCxnSpPr>
            <a:cxnSpLocks/>
          </p:cNvCxnSpPr>
          <p:nvPr userDrawn="1"/>
        </p:nvCxnSpPr>
        <p:spPr>
          <a:xfrm flipH="1">
            <a:off x="7036660"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A85692E-DBD5-4FD7-95CA-849C102632D2}"/>
              </a:ext>
              <a:ext uri="{C183D7F6-B498-43B3-948B-1728B52AA6E4}">
                <adec:decorative xmlns:adec="http://schemas.microsoft.com/office/drawing/2017/decorative" val="1"/>
              </a:ext>
            </a:extLst>
          </p:cNvPr>
          <p:cNvCxnSpPr>
            <a:cxnSpLocks/>
          </p:cNvCxnSpPr>
          <p:nvPr userDrawn="1"/>
        </p:nvCxnSpPr>
        <p:spPr>
          <a:xfrm rot="16200000">
            <a:off x="8665325"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606422F5-A2F2-43D5-84EE-F875A28A728B}"/>
              </a:ext>
              <a:ext uri="{C183D7F6-B498-43B3-948B-1728B52AA6E4}">
                <adec:decorative xmlns:adec="http://schemas.microsoft.com/office/drawing/2017/decorative" val="1"/>
              </a:ext>
            </a:extLst>
          </p:cNvPr>
          <p:cNvGrpSpPr/>
          <p:nvPr userDrawn="1"/>
        </p:nvGrpSpPr>
        <p:grpSpPr>
          <a:xfrm>
            <a:off x="7034827" y="2754546"/>
            <a:ext cx="3254399" cy="2828600"/>
            <a:chOff x="4431264" y="2199060"/>
            <a:chExt cx="3363136" cy="2828600"/>
          </a:xfrm>
        </p:grpSpPr>
        <p:cxnSp>
          <p:nvCxnSpPr>
            <p:cNvPr id="39" name="Straight Connector 38">
              <a:extLst>
                <a:ext uri="{FF2B5EF4-FFF2-40B4-BE49-F238E27FC236}">
                  <a16:creationId xmlns:a16="http://schemas.microsoft.com/office/drawing/2014/main" id="{4BDD12EB-7EFD-4370-A7C6-9E57D6A7C6DF}"/>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5D1AAC8-713E-418F-B7B4-27B58BDFD77C}"/>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41" name="Picture Placeholder 8">
            <a:extLst>
              <a:ext uri="{FF2B5EF4-FFF2-40B4-BE49-F238E27FC236}">
                <a16:creationId xmlns:a16="http://schemas.microsoft.com/office/drawing/2014/main" id="{DEE070FD-95C9-4396-B429-69E1E14E3273}"/>
              </a:ext>
              <a:ext uri="{C183D7F6-B498-43B3-948B-1728B52AA6E4}">
                <adec:decorative xmlns:adec="http://schemas.microsoft.com/office/drawing/2017/decorative" val="1"/>
              </a:ext>
            </a:extLst>
          </p:cNvPr>
          <p:cNvSpPr>
            <a:spLocks noGrp="1"/>
          </p:cNvSpPr>
          <p:nvPr>
            <p:ph type="pic" sz="quarter" idx="22" hasCustomPrompt="1"/>
          </p:nvPr>
        </p:nvSpPr>
        <p:spPr>
          <a:xfrm>
            <a:off x="8555561"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2" name="Picture Placeholder 8">
            <a:extLst>
              <a:ext uri="{FF2B5EF4-FFF2-40B4-BE49-F238E27FC236}">
                <a16:creationId xmlns:a16="http://schemas.microsoft.com/office/drawing/2014/main" id="{5A9E7D40-35C3-4F7D-AAB6-D4168037C92B}"/>
              </a:ext>
              <a:ext uri="{C183D7F6-B498-43B3-948B-1728B52AA6E4}">
                <adec:decorative xmlns:adec="http://schemas.microsoft.com/office/drawing/2017/decorative" val="1"/>
              </a:ext>
            </a:extLst>
          </p:cNvPr>
          <p:cNvSpPr>
            <a:spLocks noGrp="1"/>
          </p:cNvSpPr>
          <p:nvPr>
            <p:ph type="pic" sz="quarter" idx="23" hasCustomPrompt="1"/>
          </p:nvPr>
        </p:nvSpPr>
        <p:spPr>
          <a:xfrm>
            <a:off x="7537747"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3" name="Picture Placeholder 8">
            <a:extLst>
              <a:ext uri="{FF2B5EF4-FFF2-40B4-BE49-F238E27FC236}">
                <a16:creationId xmlns:a16="http://schemas.microsoft.com/office/drawing/2014/main" id="{13CB6343-C37E-4656-A566-EA9A3A1BF01D}"/>
              </a:ext>
              <a:ext uri="{C183D7F6-B498-43B3-948B-1728B52AA6E4}">
                <adec:decorative xmlns:adec="http://schemas.microsoft.com/office/drawing/2017/decorative" val="1"/>
              </a:ext>
            </a:extLst>
          </p:cNvPr>
          <p:cNvSpPr>
            <a:spLocks noGrp="1"/>
          </p:cNvSpPr>
          <p:nvPr>
            <p:ph type="pic" sz="quarter" idx="24" hasCustomPrompt="1"/>
          </p:nvPr>
        </p:nvSpPr>
        <p:spPr>
          <a:xfrm>
            <a:off x="9587646"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4" name="Text Placeholder 7">
            <a:extLst>
              <a:ext uri="{FF2B5EF4-FFF2-40B4-BE49-F238E27FC236}">
                <a16:creationId xmlns:a16="http://schemas.microsoft.com/office/drawing/2014/main" id="{847B0A6E-95FE-4876-8783-F2D69813E0D6}"/>
              </a:ext>
            </a:extLst>
          </p:cNvPr>
          <p:cNvSpPr>
            <a:spLocks noGrp="1"/>
          </p:cNvSpPr>
          <p:nvPr>
            <p:ph type="body" sz="quarter" idx="25" hasCustomPrompt="1"/>
          </p:nvPr>
        </p:nvSpPr>
        <p:spPr>
          <a:xfrm>
            <a:off x="7595850" y="264360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5" name="Text Placeholder 7">
            <a:extLst>
              <a:ext uri="{FF2B5EF4-FFF2-40B4-BE49-F238E27FC236}">
                <a16:creationId xmlns:a16="http://schemas.microsoft.com/office/drawing/2014/main" id="{4E9CD2A8-E96D-45CF-B252-F6F8267FF344}"/>
              </a:ext>
            </a:extLst>
          </p:cNvPr>
          <p:cNvSpPr>
            <a:spLocks noGrp="1"/>
          </p:cNvSpPr>
          <p:nvPr>
            <p:ph type="body" sz="quarter" idx="26" hasCustomPrompt="1"/>
          </p:nvPr>
        </p:nvSpPr>
        <p:spPr>
          <a:xfrm>
            <a:off x="6557415" y="408311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6" name="Text Placeholder 7">
            <a:extLst>
              <a:ext uri="{FF2B5EF4-FFF2-40B4-BE49-F238E27FC236}">
                <a16:creationId xmlns:a16="http://schemas.microsoft.com/office/drawing/2014/main" id="{1AE8BBFE-01C4-4028-9B89-8D3A005A4B89}"/>
              </a:ext>
            </a:extLst>
          </p:cNvPr>
          <p:cNvSpPr>
            <a:spLocks noGrp="1"/>
          </p:cNvSpPr>
          <p:nvPr>
            <p:ph type="body" sz="quarter" idx="27" hasCustomPrompt="1"/>
          </p:nvPr>
        </p:nvSpPr>
        <p:spPr>
          <a:xfrm>
            <a:off x="5564282" y="5509983"/>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7" name="Text Placeholder 7">
            <a:extLst>
              <a:ext uri="{FF2B5EF4-FFF2-40B4-BE49-F238E27FC236}">
                <a16:creationId xmlns:a16="http://schemas.microsoft.com/office/drawing/2014/main" id="{49C15349-435A-457E-9835-D4345AD3ED9F}"/>
              </a:ext>
            </a:extLst>
          </p:cNvPr>
          <p:cNvSpPr>
            <a:spLocks noGrp="1"/>
          </p:cNvSpPr>
          <p:nvPr>
            <p:ph type="body" sz="quarter" idx="28" hasCustomPrompt="1"/>
          </p:nvPr>
        </p:nvSpPr>
        <p:spPr>
          <a:xfrm>
            <a:off x="10727786" y="264360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8" name="Text Placeholder 7">
            <a:extLst>
              <a:ext uri="{FF2B5EF4-FFF2-40B4-BE49-F238E27FC236}">
                <a16:creationId xmlns:a16="http://schemas.microsoft.com/office/drawing/2014/main" id="{06DC437D-C5F6-49FA-8BF0-932297827EA8}"/>
              </a:ext>
            </a:extLst>
          </p:cNvPr>
          <p:cNvSpPr>
            <a:spLocks noGrp="1"/>
          </p:cNvSpPr>
          <p:nvPr>
            <p:ph type="body" sz="quarter" idx="29" hasCustomPrompt="1"/>
          </p:nvPr>
        </p:nvSpPr>
        <p:spPr>
          <a:xfrm>
            <a:off x="9689351" y="408311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9" name="Text Placeholder 7">
            <a:extLst>
              <a:ext uri="{FF2B5EF4-FFF2-40B4-BE49-F238E27FC236}">
                <a16:creationId xmlns:a16="http://schemas.microsoft.com/office/drawing/2014/main" id="{9DB16E7F-EE86-4AF9-871B-5614FE2D4428}"/>
              </a:ext>
            </a:extLst>
          </p:cNvPr>
          <p:cNvSpPr>
            <a:spLocks noGrp="1"/>
          </p:cNvSpPr>
          <p:nvPr>
            <p:ph type="body" sz="quarter" idx="30" hasCustomPrompt="1"/>
          </p:nvPr>
        </p:nvSpPr>
        <p:spPr>
          <a:xfrm>
            <a:off x="8696218" y="5509983"/>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Tree>
    <p:extLst>
      <p:ext uri="{BB962C8B-B14F-4D97-AF65-F5344CB8AC3E}">
        <p14:creationId xmlns:p14="http://schemas.microsoft.com/office/powerpoint/2010/main" val="36222131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_Org Char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3960064"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788864" y="2618469"/>
            <a:ext cx="3108959" cy="424732"/>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788864" y="2999470"/>
            <a:ext cx="3108959" cy="323629"/>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46423" y="665228"/>
            <a:ext cx="0" cy="740664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p:cNvSpPr>
          <p:nvPr>
            <p:ph type="pic" sz="quarter" idx="21" hasCustomPrompt="1"/>
          </p:nvPr>
        </p:nvSpPr>
        <p:spPr>
          <a:xfrm>
            <a:off x="18112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15204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15204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p:cNvSpPr>
          <p:nvPr>
            <p:ph type="pic" sz="quarter" idx="27" hasCustomPrompt="1"/>
          </p:nvPr>
        </p:nvSpPr>
        <p:spPr>
          <a:xfrm>
            <a:off x="36400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33492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33492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p:cNvSpPr>
          <p:nvPr>
            <p:ph type="pic" sz="quarter" idx="30" hasCustomPrompt="1"/>
          </p:nvPr>
        </p:nvSpPr>
        <p:spPr>
          <a:xfrm>
            <a:off x="544977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515904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515904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p:cNvSpPr>
          <p:nvPr>
            <p:ph type="pic" sz="quarter" idx="33" hasCustomPrompt="1"/>
          </p:nvPr>
        </p:nvSpPr>
        <p:spPr>
          <a:xfrm>
            <a:off x="72595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9687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9687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p:cNvSpPr>
          <p:nvPr>
            <p:ph type="pic" sz="quarter" idx="36" hasCustomPrompt="1"/>
          </p:nvPr>
        </p:nvSpPr>
        <p:spPr>
          <a:xfrm>
            <a:off x="9066634"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775905"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775905"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37260953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_Org Chart 6">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3596641"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425441" y="2618469"/>
            <a:ext cx="3108959" cy="424732"/>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425441" y="2999470"/>
            <a:ext cx="3108959" cy="323629"/>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65169" y="-112012"/>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p:cNvSpPr>
          <p:nvPr>
            <p:ph type="pic" sz="quarter" idx="21" hasCustomPrompt="1"/>
          </p:nvPr>
        </p:nvSpPr>
        <p:spPr>
          <a:xfrm>
            <a:off x="10527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p:cNvSpPr>
          <p:nvPr>
            <p:ph type="pic" sz="quarter" idx="27" hasCustomPrompt="1"/>
          </p:nvPr>
        </p:nvSpPr>
        <p:spPr>
          <a:xfrm>
            <a:off x="28815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p:cNvSpPr>
          <p:nvPr>
            <p:ph type="pic" sz="quarter" idx="30" hasCustomPrompt="1"/>
          </p:nvPr>
        </p:nvSpPr>
        <p:spPr>
          <a:xfrm>
            <a:off x="469127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p:cNvSpPr>
          <p:nvPr>
            <p:ph type="pic" sz="quarter" idx="33" hasCustomPrompt="1"/>
          </p:nvPr>
        </p:nvSpPr>
        <p:spPr>
          <a:xfrm>
            <a:off x="65010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p:cNvSpPr>
          <p:nvPr>
            <p:ph type="pic" sz="quarter" idx="36" hasCustomPrompt="1"/>
          </p:nvPr>
        </p:nvSpPr>
        <p:spPr>
          <a:xfrm>
            <a:off x="8308140"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31" name="Picture Placeholder 8">
            <a:extLst>
              <a:ext uri="{FF2B5EF4-FFF2-40B4-BE49-F238E27FC236}">
                <a16:creationId xmlns:a16="http://schemas.microsoft.com/office/drawing/2014/main" id="{49030BC1-7B5E-4BBD-AB44-8615DCFD46B7}"/>
              </a:ext>
              <a:ext uri="{C183D7F6-B498-43B3-948B-1728B52AA6E4}">
                <adec:decorative xmlns:adec="http://schemas.microsoft.com/office/drawing/2017/decorative" val="1"/>
              </a:ext>
            </a:extLst>
          </p:cNvPr>
          <p:cNvSpPr>
            <a:spLocks noGrp="1"/>
          </p:cNvSpPr>
          <p:nvPr>
            <p:ph type="pic" sz="quarter" idx="39" hasCustomPrompt="1"/>
          </p:nvPr>
        </p:nvSpPr>
        <p:spPr>
          <a:xfrm>
            <a:off x="10115251"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3" name="Text Placeholder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3782655552"/>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ONLY_Org Chart 1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4178095" y="1905000"/>
            <a:ext cx="1255400" cy="1255400"/>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601136" y="2288331"/>
            <a:ext cx="3108959" cy="290097"/>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601136" y="2566041"/>
            <a:ext cx="3108959" cy="221043"/>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65169" y="-670561"/>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noChangeAspect="1"/>
          </p:cNvSpPr>
          <p:nvPr>
            <p:ph type="pic" sz="quarter" idx="21" hasCustomPrompt="1"/>
          </p:nvPr>
        </p:nvSpPr>
        <p:spPr>
          <a:xfrm>
            <a:off x="10984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noChangeAspect="1"/>
          </p:cNvSpPr>
          <p:nvPr>
            <p:ph type="pic" sz="quarter" idx="27" hasCustomPrompt="1"/>
          </p:nvPr>
        </p:nvSpPr>
        <p:spPr>
          <a:xfrm>
            <a:off x="29272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noChangeAspect="1"/>
          </p:cNvSpPr>
          <p:nvPr>
            <p:ph type="pic" sz="quarter" idx="30" hasCustomPrompt="1"/>
          </p:nvPr>
        </p:nvSpPr>
        <p:spPr>
          <a:xfrm>
            <a:off x="473699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noChangeAspect="1"/>
          </p:cNvSpPr>
          <p:nvPr>
            <p:ph type="pic" sz="quarter" idx="33" hasCustomPrompt="1"/>
          </p:nvPr>
        </p:nvSpPr>
        <p:spPr>
          <a:xfrm>
            <a:off x="65467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noChangeAspect="1"/>
          </p:cNvSpPr>
          <p:nvPr>
            <p:ph type="pic" sz="quarter" idx="36" hasCustomPrompt="1"/>
          </p:nvPr>
        </p:nvSpPr>
        <p:spPr>
          <a:xfrm>
            <a:off x="8353860"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31" name="Picture Placeholder 8">
            <a:extLst>
              <a:ext uri="{FF2B5EF4-FFF2-40B4-BE49-F238E27FC236}">
                <a16:creationId xmlns:a16="http://schemas.microsoft.com/office/drawing/2014/main" id="{49030BC1-7B5E-4BBD-AB44-8615DCFD46B7}"/>
              </a:ext>
              <a:ext uri="{C183D7F6-B498-43B3-948B-1728B52AA6E4}">
                <adec:decorative xmlns:adec="http://schemas.microsoft.com/office/drawing/2017/decorative" val="1"/>
              </a:ext>
            </a:extLst>
          </p:cNvPr>
          <p:cNvSpPr>
            <a:spLocks noGrp="1" noChangeAspect="1"/>
          </p:cNvSpPr>
          <p:nvPr>
            <p:ph type="pic" sz="quarter" idx="39" hasCustomPrompt="1"/>
          </p:nvPr>
        </p:nvSpPr>
        <p:spPr>
          <a:xfrm>
            <a:off x="10160971"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33" name="Text Placeholder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cxnSp>
        <p:nvCxnSpPr>
          <p:cNvPr id="34" name="Straight Connector 33">
            <a:extLst>
              <a:ext uri="{FF2B5EF4-FFF2-40B4-BE49-F238E27FC236}">
                <a16:creationId xmlns:a16="http://schemas.microsoft.com/office/drawing/2014/main" id="{A69BD202-1C38-47A5-8B06-0AADB78AAE08}"/>
              </a:ext>
              <a:ext uri="{C183D7F6-B498-43B3-948B-1728B52AA6E4}">
                <adec:decorative xmlns:adec="http://schemas.microsoft.com/office/drawing/2017/decorative" val="1"/>
              </a:ext>
            </a:extLst>
          </p:cNvPr>
          <p:cNvCxnSpPr>
            <a:cxnSpLocks/>
          </p:cNvCxnSpPr>
          <p:nvPr userDrawn="1"/>
        </p:nvCxnSpPr>
        <p:spPr>
          <a:xfrm rot="16200000">
            <a:off x="6165169" y="2642433"/>
            <a:ext cx="0" cy="5564151"/>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Picture Placeholder 8">
            <a:extLst>
              <a:ext uri="{FF2B5EF4-FFF2-40B4-BE49-F238E27FC236}">
                <a16:creationId xmlns:a16="http://schemas.microsoft.com/office/drawing/2014/main" id="{68CF0B9D-069C-46BA-9B77-7BDE114F3E55}"/>
              </a:ext>
              <a:ext uri="{C183D7F6-B498-43B3-948B-1728B52AA6E4}">
                <adec:decorative xmlns:adec="http://schemas.microsoft.com/office/drawing/2017/decorative" val="1"/>
              </a:ext>
            </a:extLst>
          </p:cNvPr>
          <p:cNvSpPr>
            <a:spLocks noGrp="1" noChangeAspect="1"/>
          </p:cNvSpPr>
          <p:nvPr>
            <p:ph type="pic" sz="quarter" idx="45" hasCustomPrompt="1"/>
          </p:nvPr>
        </p:nvSpPr>
        <p:spPr>
          <a:xfrm>
            <a:off x="29272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9" name="Text Placeholder 7">
            <a:extLst>
              <a:ext uri="{FF2B5EF4-FFF2-40B4-BE49-F238E27FC236}">
                <a16:creationId xmlns:a16="http://schemas.microsoft.com/office/drawing/2014/main" id="{6EB5CB55-9BF0-4309-AA93-9540CDA1CE22}"/>
              </a:ext>
            </a:extLst>
          </p:cNvPr>
          <p:cNvSpPr>
            <a:spLocks noGrp="1"/>
          </p:cNvSpPr>
          <p:nvPr>
            <p:ph type="body" sz="quarter" idx="46" hasCustomPrompt="1"/>
          </p:nvPr>
        </p:nvSpPr>
        <p:spPr>
          <a:xfrm>
            <a:off x="259080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0" name="Text Placeholder 7">
            <a:extLst>
              <a:ext uri="{FF2B5EF4-FFF2-40B4-BE49-F238E27FC236}">
                <a16:creationId xmlns:a16="http://schemas.microsoft.com/office/drawing/2014/main" id="{184A6FF6-89E5-41B3-83AD-E1F1AC1C7187}"/>
              </a:ext>
            </a:extLst>
          </p:cNvPr>
          <p:cNvSpPr>
            <a:spLocks noGrp="1"/>
          </p:cNvSpPr>
          <p:nvPr>
            <p:ph type="body" sz="quarter" idx="47" hasCustomPrompt="1"/>
          </p:nvPr>
        </p:nvSpPr>
        <p:spPr>
          <a:xfrm>
            <a:off x="259080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1" name="Picture Placeholder 8">
            <a:extLst>
              <a:ext uri="{FF2B5EF4-FFF2-40B4-BE49-F238E27FC236}">
                <a16:creationId xmlns:a16="http://schemas.microsoft.com/office/drawing/2014/main" id="{65909E03-0C86-44C4-9260-484E8CF6315F}"/>
              </a:ext>
              <a:ext uri="{C183D7F6-B498-43B3-948B-1728B52AA6E4}">
                <adec:decorative xmlns:adec="http://schemas.microsoft.com/office/drawing/2017/decorative" val="1"/>
              </a:ext>
            </a:extLst>
          </p:cNvPr>
          <p:cNvSpPr>
            <a:spLocks noGrp="1" noChangeAspect="1"/>
          </p:cNvSpPr>
          <p:nvPr>
            <p:ph type="pic" sz="quarter" idx="48" hasCustomPrompt="1"/>
          </p:nvPr>
        </p:nvSpPr>
        <p:spPr>
          <a:xfrm>
            <a:off x="473699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2" name="Text Placeholder 7">
            <a:extLst>
              <a:ext uri="{FF2B5EF4-FFF2-40B4-BE49-F238E27FC236}">
                <a16:creationId xmlns:a16="http://schemas.microsoft.com/office/drawing/2014/main" id="{0D08C690-4C72-47C4-ADBC-6DBFC463FC37}"/>
              </a:ext>
            </a:extLst>
          </p:cNvPr>
          <p:cNvSpPr>
            <a:spLocks noGrp="1"/>
          </p:cNvSpPr>
          <p:nvPr>
            <p:ph type="body" sz="quarter" idx="49" hasCustomPrompt="1"/>
          </p:nvPr>
        </p:nvSpPr>
        <p:spPr>
          <a:xfrm>
            <a:off x="440055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3" name="Text Placeholder 7">
            <a:extLst>
              <a:ext uri="{FF2B5EF4-FFF2-40B4-BE49-F238E27FC236}">
                <a16:creationId xmlns:a16="http://schemas.microsoft.com/office/drawing/2014/main" id="{FEBB122E-6E5D-4B48-91C0-C6EB8BA3D2D9}"/>
              </a:ext>
            </a:extLst>
          </p:cNvPr>
          <p:cNvSpPr>
            <a:spLocks noGrp="1"/>
          </p:cNvSpPr>
          <p:nvPr>
            <p:ph type="body" sz="quarter" idx="50" hasCustomPrompt="1"/>
          </p:nvPr>
        </p:nvSpPr>
        <p:spPr>
          <a:xfrm>
            <a:off x="440055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4" name="Picture Placeholder 8">
            <a:extLst>
              <a:ext uri="{FF2B5EF4-FFF2-40B4-BE49-F238E27FC236}">
                <a16:creationId xmlns:a16="http://schemas.microsoft.com/office/drawing/2014/main" id="{A968314E-9F6B-4D90-BC2A-C5BB6AC70F5F}"/>
              </a:ext>
              <a:ext uri="{C183D7F6-B498-43B3-948B-1728B52AA6E4}">
                <adec:decorative xmlns:adec="http://schemas.microsoft.com/office/drawing/2017/decorative" val="1"/>
              </a:ext>
            </a:extLst>
          </p:cNvPr>
          <p:cNvSpPr>
            <a:spLocks noGrp="1" noChangeAspect="1"/>
          </p:cNvSpPr>
          <p:nvPr>
            <p:ph type="pic" sz="quarter" idx="51" hasCustomPrompt="1"/>
          </p:nvPr>
        </p:nvSpPr>
        <p:spPr>
          <a:xfrm>
            <a:off x="65467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5" name="Text Placeholder 7">
            <a:extLst>
              <a:ext uri="{FF2B5EF4-FFF2-40B4-BE49-F238E27FC236}">
                <a16:creationId xmlns:a16="http://schemas.microsoft.com/office/drawing/2014/main" id="{98FF5C01-8CE1-475F-A59A-011328494FC8}"/>
              </a:ext>
            </a:extLst>
          </p:cNvPr>
          <p:cNvSpPr>
            <a:spLocks noGrp="1"/>
          </p:cNvSpPr>
          <p:nvPr>
            <p:ph type="body" sz="quarter" idx="52" hasCustomPrompt="1"/>
          </p:nvPr>
        </p:nvSpPr>
        <p:spPr>
          <a:xfrm>
            <a:off x="621030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6" name="Text Placeholder 7">
            <a:extLst>
              <a:ext uri="{FF2B5EF4-FFF2-40B4-BE49-F238E27FC236}">
                <a16:creationId xmlns:a16="http://schemas.microsoft.com/office/drawing/2014/main" id="{DC690F93-088F-498C-9B26-2DCE00A1145F}"/>
              </a:ext>
            </a:extLst>
          </p:cNvPr>
          <p:cNvSpPr>
            <a:spLocks noGrp="1"/>
          </p:cNvSpPr>
          <p:nvPr>
            <p:ph type="body" sz="quarter" idx="53" hasCustomPrompt="1"/>
          </p:nvPr>
        </p:nvSpPr>
        <p:spPr>
          <a:xfrm>
            <a:off x="621030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7" name="Picture Placeholder 8">
            <a:extLst>
              <a:ext uri="{FF2B5EF4-FFF2-40B4-BE49-F238E27FC236}">
                <a16:creationId xmlns:a16="http://schemas.microsoft.com/office/drawing/2014/main" id="{1D462CE1-BEE9-45C4-AB54-354D05E69D31}"/>
              </a:ext>
              <a:ext uri="{C183D7F6-B498-43B3-948B-1728B52AA6E4}">
                <adec:decorative xmlns:adec="http://schemas.microsoft.com/office/drawing/2017/decorative" val="1"/>
              </a:ext>
            </a:extLst>
          </p:cNvPr>
          <p:cNvSpPr>
            <a:spLocks noGrp="1" noChangeAspect="1"/>
          </p:cNvSpPr>
          <p:nvPr>
            <p:ph type="pic" sz="quarter" idx="54" hasCustomPrompt="1"/>
          </p:nvPr>
        </p:nvSpPr>
        <p:spPr>
          <a:xfrm>
            <a:off x="8353860"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8" name="Text Placeholder 7">
            <a:extLst>
              <a:ext uri="{FF2B5EF4-FFF2-40B4-BE49-F238E27FC236}">
                <a16:creationId xmlns:a16="http://schemas.microsoft.com/office/drawing/2014/main" id="{9FA2731A-D1B2-4144-8373-12B9313F9BFD}"/>
              </a:ext>
            </a:extLst>
          </p:cNvPr>
          <p:cNvSpPr>
            <a:spLocks noGrp="1"/>
          </p:cNvSpPr>
          <p:nvPr>
            <p:ph type="body" sz="quarter" idx="55" hasCustomPrompt="1"/>
          </p:nvPr>
        </p:nvSpPr>
        <p:spPr>
          <a:xfrm>
            <a:off x="8017411"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9" name="Text Placeholder 7">
            <a:extLst>
              <a:ext uri="{FF2B5EF4-FFF2-40B4-BE49-F238E27FC236}">
                <a16:creationId xmlns:a16="http://schemas.microsoft.com/office/drawing/2014/main" id="{F61DF59D-6B27-4EC6-A151-0F9B99DC8051}"/>
              </a:ext>
            </a:extLst>
          </p:cNvPr>
          <p:cNvSpPr>
            <a:spLocks noGrp="1"/>
          </p:cNvSpPr>
          <p:nvPr>
            <p:ph type="body" sz="quarter" idx="56" hasCustomPrompt="1"/>
          </p:nvPr>
        </p:nvSpPr>
        <p:spPr>
          <a:xfrm>
            <a:off x="8017411"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1020462147"/>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le Side patch Title Only">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GB" noProof="0"/>
              <a:t>Click to edit Master title style</a:t>
            </a:r>
            <a:endParaRPr lang="en-US" noProof="0"/>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000524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Image Caption Content_Blue">
    <p:bg>
      <p:bgPr>
        <a:solidFill>
          <a:schemeClr val="tx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3962400"/>
            <a:ext cx="4114800" cy="1981200"/>
          </a:xfrm>
        </p:spPr>
        <p:txBody>
          <a:bodyPr anchor="ctr">
            <a:noAutofit/>
          </a:bodyPr>
          <a:lstStyle>
            <a:lvl1pPr algn="ctr">
              <a:lnSpc>
                <a:spcPct val="80000"/>
              </a:lnSpc>
              <a:defRPr sz="4000" b="0" spc="200" baseline="0"/>
            </a:lvl1pPr>
          </a:lstStyle>
          <a:p>
            <a:r>
              <a:rPr lang="en-GB"/>
              <a:t>Click to edit Master title style</a:t>
            </a:r>
            <a:endParaRPr lang="en-US" dirty="0"/>
          </a:p>
        </p:txBody>
      </p:sp>
      <p:sp>
        <p:nvSpPr>
          <p:cNvPr id="3" name="Subtitle 2"/>
          <p:cNvSpPr>
            <a:spLocks noGrp="1"/>
          </p:cNvSpPr>
          <p:nvPr>
            <p:ph type="subTitle" idx="1"/>
          </p:nvPr>
        </p:nvSpPr>
        <p:spPr>
          <a:xfrm>
            <a:off x="6057900" y="4114800"/>
            <a:ext cx="4876800" cy="1371602"/>
          </a:xfrm>
        </p:spPr>
        <p:txBody>
          <a:bodyPr lIns="91440" rIns="9144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GB"/>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6200000">
            <a:off x="381000" y="4840091"/>
            <a:ext cx="1219200" cy="225818"/>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rot="16200000">
            <a:off x="5029200" y="4840092"/>
            <a:ext cx="1219200" cy="225818"/>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319270573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Image Caption Content_Orange">
    <p:bg>
      <p:bgPr>
        <a:solidFill>
          <a:schemeClr val="accent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3962400"/>
            <a:ext cx="4114800" cy="1981200"/>
          </a:xfrm>
        </p:spPr>
        <p:txBody>
          <a:bodyPr anchor="ctr">
            <a:noAutofit/>
          </a:bodyPr>
          <a:lstStyle>
            <a:lvl1pPr algn="ctr">
              <a:lnSpc>
                <a:spcPct val="80000"/>
              </a:lnSpc>
              <a:defRPr sz="4000" b="0" spc="200" baseline="0"/>
            </a:lvl1pPr>
          </a:lstStyle>
          <a:p>
            <a:r>
              <a:rPr lang="en-GB"/>
              <a:t>Click to edit Master title style</a:t>
            </a:r>
            <a:endParaRPr lang="en-US" dirty="0"/>
          </a:p>
        </p:txBody>
      </p:sp>
      <p:sp>
        <p:nvSpPr>
          <p:cNvPr id="3" name="Subtitle 2"/>
          <p:cNvSpPr>
            <a:spLocks noGrp="1"/>
          </p:cNvSpPr>
          <p:nvPr>
            <p:ph type="subTitle" idx="1"/>
          </p:nvPr>
        </p:nvSpPr>
        <p:spPr>
          <a:xfrm>
            <a:off x="6057900" y="4114800"/>
            <a:ext cx="4876800" cy="1371602"/>
          </a:xfrm>
        </p:spPr>
        <p:txBody>
          <a:bodyPr lIns="91440" rIns="9144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GB"/>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6200000">
            <a:off x="381000" y="4840091"/>
            <a:ext cx="1219200" cy="225818"/>
          </a:xfrm>
          <a:solidFill>
            <a:schemeClr val="accent5"/>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rot="16200000">
            <a:off x="5029200" y="4840092"/>
            <a:ext cx="1219200" cy="225818"/>
          </a:xfrm>
          <a:solidFill>
            <a:schemeClr val="accent5"/>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8570586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GB"/>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15752666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tx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GB"/>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tx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403172234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5"/>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GB"/>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9861092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Segue">
    <p:spTree>
      <p:nvGrpSpPr>
        <p:cNvPr id="1" name=""/>
        <p:cNvGrpSpPr/>
        <p:nvPr/>
      </p:nvGrpSpPr>
      <p:grpSpPr>
        <a:xfrm>
          <a:off x="0" y="0"/>
          <a:ext cx="0" cy="0"/>
          <a:chOff x="0" y="0"/>
          <a:chExt cx="0" cy="0"/>
        </a:xfrm>
      </p:grpSpPr>
      <p:sp>
        <p:nvSpPr>
          <p:cNvPr id="25" name="Picture Placeholder 8">
            <a:extLst>
              <a:ext uri="{FF2B5EF4-FFF2-40B4-BE49-F238E27FC236}">
                <a16:creationId xmlns:a16="http://schemas.microsoft.com/office/drawing/2014/main" id="{489EE1C9-68AE-4BDD-B34C-9DE809C4DD0B}"/>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alpha val="84000"/>
            </a:schemeClr>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6" name="Text Placeholder 16">
            <a:extLst>
              <a:ext uri="{FF2B5EF4-FFF2-40B4-BE49-F238E27FC236}">
                <a16:creationId xmlns:a16="http://schemas.microsoft.com/office/drawing/2014/main" id="{9F89ADF8-2320-4EC3-98EA-5CB618A528E6}"/>
              </a:ext>
              <a:ext uri="{C183D7F6-B498-43B3-948B-1728B52AA6E4}">
                <adec:decorative xmlns:adec="http://schemas.microsoft.com/office/drawing/2017/decorative" val="1"/>
              </a:ext>
            </a:extLst>
          </p:cNvPr>
          <p:cNvSpPr>
            <a:spLocks noGrp="1"/>
          </p:cNvSpPr>
          <p:nvPr>
            <p:ph type="body" sz="quarter" idx="12" hasCustomPrompt="1"/>
          </p:nvPr>
        </p:nvSpPr>
        <p:spPr>
          <a:xfrm>
            <a:off x="533400" y="0"/>
            <a:ext cx="6781800" cy="6324600"/>
          </a:xfrm>
          <a:solidFill>
            <a:schemeClr val="tx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266825" y="2265916"/>
            <a:ext cx="5314950" cy="3488998"/>
          </a:xfrm>
          <a:noFill/>
        </p:spPr>
        <p:txBody>
          <a:bodyPr anchor="b">
            <a:normAutofit/>
          </a:bodyPr>
          <a:lstStyle>
            <a:lvl1pPr algn="ctr">
              <a:defRPr sz="6000">
                <a:solidFill>
                  <a:schemeClr val="bg1"/>
                </a:solidFill>
              </a:defRPr>
            </a:lvl1pPr>
          </a:lstStyle>
          <a:p>
            <a:r>
              <a:rPr lang="en-GB"/>
              <a:t>Click to edit Master title style</a:t>
            </a:r>
            <a:endParaRPr lang="en-GB" dirty="0"/>
          </a:p>
        </p:txBody>
      </p:sp>
      <p:sp>
        <p:nvSpPr>
          <p:cNvPr id="6" name="Slide Number Placeholder 5">
            <a:extLst>
              <a:ext uri="{FF2B5EF4-FFF2-40B4-BE49-F238E27FC236}">
                <a16:creationId xmlns:a16="http://schemas.microsoft.com/office/drawing/2014/main" id="{F074D12B-58A6-47D1-9B2D-697AB265C81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66253759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GB"/>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973FC1AA-8591-43A1-9962-1599E1A8AB30}"/>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7354822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1"/>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GB"/>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7160B2D8-3756-4781-A8DD-692C3F895981}"/>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3110706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6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5"/>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GB"/>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9EEDA9EB-20CE-4EA1-9720-40FBEB45614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5"/>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00636509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7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6"/>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GB"/>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80033509-FE6E-46FC-85C8-B777FBA2F1A5}"/>
              </a:ext>
            </a:extLst>
          </p:cNvPr>
          <p:cNvSpPr>
            <a:spLocks noGrp="1"/>
          </p:cNvSpPr>
          <p:nvPr>
            <p:ph type="sldNum" sz="quarter" idx="4"/>
          </p:nvPr>
        </p:nvSpPr>
        <p:spPr>
          <a:xfrm>
            <a:off x="628788" y="6339840"/>
            <a:ext cx="302281" cy="365760"/>
          </a:xfrm>
          <a:prstGeom prst="rect">
            <a:avLst/>
          </a:prstGeom>
          <a:solidFill>
            <a:schemeClr val="bg1"/>
          </a:solidFill>
          <a:ln>
            <a:solidFill>
              <a:schemeClr val="accent6"/>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64389156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Closing-Thank you 1">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hasCustomPrompt="1"/>
          </p:nvPr>
        </p:nvSpPr>
        <p:spPr>
          <a:xfrm>
            <a:off x="1378135" y="1219200"/>
            <a:ext cx="7232465" cy="903638"/>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a:t>THANK yOU</a:t>
            </a:r>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39325193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Closing-Thank you 2">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32EC3EF4-A2D5-4058-977A-74A37AC365BD}"/>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27" name="Text Placeholder 16">
            <a:extLst>
              <a:ext uri="{FF2B5EF4-FFF2-40B4-BE49-F238E27FC236}">
                <a16:creationId xmlns:a16="http://schemas.microsoft.com/office/drawing/2014/main" id="{4E7C74DD-4244-46B7-8336-30F7151DB21B}"/>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4" name="Text Placeholder 23">
            <a:extLst>
              <a:ext uri="{FF2B5EF4-FFF2-40B4-BE49-F238E27FC236}">
                <a16:creationId xmlns:a16="http://schemas.microsoft.com/office/drawing/2014/main" id="{9DC663CF-0C67-4619-B40E-7832C4DA15FE}"/>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a:noAutofit/>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3163809" y="1905000"/>
            <a:ext cx="5864382" cy="2275238"/>
          </a:xfrm>
        </p:spPr>
        <p:txBody>
          <a:bodyPr anchor="ctr">
            <a:normAutofit/>
          </a:bodyPr>
          <a:lstStyle>
            <a:lvl1pPr algn="ctr">
              <a:defRPr lang="en-US" sz="5000" kern="1200" cap="all" spc="100" baseline="0" dirty="0">
                <a:solidFill>
                  <a:schemeClr val="bg1"/>
                </a:solidFill>
                <a:latin typeface="+mj-lt"/>
                <a:ea typeface="+mj-ea"/>
                <a:cs typeface="+mj-cs"/>
              </a:defRPr>
            </a:lvl1pPr>
          </a:lstStyle>
          <a:p>
            <a:r>
              <a:rPr lang="en-US" dirty="0"/>
              <a:t>THANK </a:t>
            </a:r>
            <a:r>
              <a:rPr lang="en-US" dirty="0" err="1"/>
              <a:t>yOU</a:t>
            </a:r>
            <a:endParaRPr lang="en-US" dirty="0"/>
          </a:p>
        </p:txBody>
      </p:sp>
    </p:spTree>
    <p:extLst>
      <p:ext uri="{BB962C8B-B14F-4D97-AF65-F5344CB8AC3E}">
        <p14:creationId xmlns:p14="http://schemas.microsoft.com/office/powerpoint/2010/main" val="161220322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Closing-Thank you 3">
    <p:bg>
      <p:bgPr>
        <a:solidFill>
          <a:schemeClr val="bg1">
            <a:lumMod val="95000"/>
          </a:schemeClr>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7" name="Text Placeholder 16">
            <a:extLst>
              <a:ext uri="{FF2B5EF4-FFF2-40B4-BE49-F238E27FC236}">
                <a16:creationId xmlns:a16="http://schemas.microsoft.com/office/drawing/2014/main" id="{8F962CE0-5C0C-48F3-A07B-34E33D6704BC}"/>
              </a:ext>
              <a:ext uri="{C183D7F6-B498-43B3-948B-1728B52AA6E4}">
                <adec:decorative xmlns:adec="http://schemas.microsoft.com/office/drawing/2017/decorative"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2" name="Text Placeholder 16">
            <a:extLst>
              <a:ext uri="{FF2B5EF4-FFF2-40B4-BE49-F238E27FC236}">
                <a16:creationId xmlns:a16="http://schemas.microsoft.com/office/drawing/2014/main" id="{654457EF-8A97-4FCA-9870-5095D09BF83E}"/>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3163809" y="1905000"/>
            <a:ext cx="5864382" cy="2275238"/>
          </a:xfrm>
        </p:spPr>
        <p:txBody>
          <a:bodyPr anchor="ctr">
            <a:normAutofit/>
          </a:bodyPr>
          <a:lstStyle>
            <a:lvl1pPr algn="ctr">
              <a:defRPr lang="en-US" sz="5000" kern="1200" cap="all" spc="100" baseline="0" dirty="0">
                <a:solidFill>
                  <a:schemeClr val="bg1"/>
                </a:solidFill>
                <a:latin typeface="+mj-lt"/>
                <a:ea typeface="+mj-ea"/>
                <a:cs typeface="+mj-cs"/>
              </a:defRPr>
            </a:lvl1pPr>
          </a:lstStyle>
          <a:p>
            <a:r>
              <a:rPr lang="en-US" dirty="0"/>
              <a:t>THANK </a:t>
            </a:r>
            <a:r>
              <a:rPr lang="en-US" dirty="0" err="1"/>
              <a:t>yOU</a:t>
            </a:r>
            <a:endParaRPr lang="en-US" dirty="0"/>
          </a:p>
        </p:txBody>
      </p:sp>
    </p:spTree>
    <p:extLst>
      <p:ext uri="{BB962C8B-B14F-4D97-AF65-F5344CB8AC3E}">
        <p14:creationId xmlns:p14="http://schemas.microsoft.com/office/powerpoint/2010/main" val="265348575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losing-Thank you 4">
    <p:bg>
      <p:bgPr>
        <a:solidFill>
          <a:schemeClr val="bg1">
            <a:lumMod val="95000"/>
          </a:schemeClr>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FC033E0E-968F-40A8-BE78-354499D7F913}"/>
              </a:ext>
              <a:ext uri="{C183D7F6-B498-43B3-948B-1728B52AA6E4}">
                <adec:decorative xmlns:adec="http://schemas.microsoft.com/office/drawing/2017/decorative"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15" name="Picture Placeholder 14">
            <a:extLst>
              <a:ext uri="{FF2B5EF4-FFF2-40B4-BE49-F238E27FC236}">
                <a16:creationId xmlns:a16="http://schemas.microsoft.com/office/drawing/2014/main" id="{B9454D95-B362-4CB6-B706-EB2022A3342D}"/>
              </a:ext>
              <a:ext uri="{C183D7F6-B498-43B3-948B-1728B52AA6E4}">
                <adec:decorative xmlns:adec="http://schemas.microsoft.com/office/drawing/2017/decorative"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933450" y="762000"/>
            <a:ext cx="4381500" cy="3429000"/>
          </a:xfrm>
        </p:spPr>
        <p:txBody>
          <a:bodyPr anchor="ctr">
            <a:normAutofit/>
          </a:bodyPr>
          <a:lstStyle>
            <a:lvl1pPr algn="ctr">
              <a:defRPr sz="5000" spc="200" baseline="0"/>
            </a:lvl1pPr>
          </a:lstStyle>
          <a:p>
            <a:r>
              <a:rPr lang="en-US" dirty="0"/>
              <a:t>THANK </a:t>
            </a:r>
            <a:r>
              <a:rPr lang="en-US" dirty="0" err="1"/>
              <a:t>yOU</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304480348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losing-Thank you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1257300" y="1447800"/>
            <a:ext cx="4114800" cy="3962400"/>
          </a:xfrm>
        </p:spPr>
        <p:txBody>
          <a:bodyPr anchor="ctr">
            <a:normAutofit/>
          </a:bodyPr>
          <a:lstStyle>
            <a:lvl1pPr algn="ctr">
              <a:defRPr sz="5000" spc="200" baseline="0"/>
            </a:lvl1pPr>
          </a:lstStyle>
          <a:p>
            <a:r>
              <a:rPr lang="en-US" dirty="0"/>
              <a:t>THANK </a:t>
            </a:r>
            <a:r>
              <a:rPr lang="en-US" dirty="0" err="1"/>
              <a:t>yOU</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32553905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548640"/>
            <a:ext cx="11106150" cy="1499616"/>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548640" y="2103120"/>
            <a:ext cx="11106150" cy="4221480"/>
          </a:xfrm>
          <a:prstGeom prst="rect">
            <a:avLst/>
          </a:prstGeom>
        </p:spPr>
        <p:txBody>
          <a:bodyPr vert="horz" lIns="45720" tIns="45720" rIns="4572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424938679"/>
      </p:ext>
    </p:extLst>
  </p:cSld>
  <p:clrMap bg1="lt1" tx1="dk1" bg2="lt2" tx2="dk2" accent1="accent1" accent2="accent2" accent3="accent3" accent4="accent4" accent5="accent5" accent6="accent6" hlink="hlink" folHlink="folHlink"/>
  <p:sldLayoutIdLst>
    <p:sldLayoutId id="2147483955" r:id="rId1"/>
    <p:sldLayoutId id="2147483959" r:id="rId2"/>
    <p:sldLayoutId id="2147483961" r:id="rId3"/>
    <p:sldLayoutId id="2147483962" r:id="rId4"/>
    <p:sldLayoutId id="2147483964" r:id="rId5"/>
    <p:sldLayoutId id="2147483958" r:id="rId6"/>
    <p:sldLayoutId id="2147483963" r:id="rId7"/>
    <p:sldLayoutId id="2147483957" r:id="rId8"/>
    <p:sldLayoutId id="2147483965" r:id="rId9"/>
    <p:sldLayoutId id="2147483966" r:id="rId10"/>
    <p:sldLayoutId id="2147483996" r:id="rId11"/>
    <p:sldLayoutId id="2147483997" r:id="rId12"/>
    <p:sldLayoutId id="2147483998" r:id="rId13"/>
    <p:sldLayoutId id="2147483999" r:id="rId14"/>
    <p:sldLayoutId id="2147484000" r:id="rId15"/>
    <p:sldLayoutId id="2147484001" r:id="rId16"/>
    <p:sldLayoutId id="2147484007" r:id="rId17"/>
    <p:sldLayoutId id="2147483967" r:id="rId18"/>
    <p:sldLayoutId id="2147483968" r:id="rId19"/>
    <p:sldLayoutId id="2147483987" r:id="rId20"/>
    <p:sldLayoutId id="2147483969" r:id="rId21"/>
    <p:sldLayoutId id="2147483970" r:id="rId22"/>
    <p:sldLayoutId id="2147483971" r:id="rId23"/>
    <p:sldLayoutId id="2147483972" r:id="rId24"/>
    <p:sldLayoutId id="2147483973" r:id="rId25"/>
    <p:sldLayoutId id="2147483978" r:id="rId26"/>
    <p:sldLayoutId id="2147483974" r:id="rId27"/>
    <p:sldLayoutId id="2147483975" r:id="rId28"/>
    <p:sldLayoutId id="2147483976" r:id="rId29"/>
    <p:sldLayoutId id="2147483977" r:id="rId30"/>
    <p:sldLayoutId id="2147483988" r:id="rId31"/>
    <p:sldLayoutId id="2147483989" r:id="rId32"/>
    <p:sldLayoutId id="2147483990" r:id="rId33"/>
    <p:sldLayoutId id="2147483991" r:id="rId34"/>
    <p:sldLayoutId id="2147483992" r:id="rId35"/>
    <p:sldLayoutId id="2147483993" r:id="rId36"/>
    <p:sldLayoutId id="2147483995" r:id="rId37"/>
    <p:sldLayoutId id="2147484002" r:id="rId38"/>
    <p:sldLayoutId id="2147484003" r:id="rId39"/>
    <p:sldLayoutId id="2147484004" r:id="rId40"/>
    <p:sldLayoutId id="2147483994" r:id="rId41"/>
    <p:sldLayoutId id="2147484005" r:id="rId42"/>
    <p:sldLayoutId id="2147484006" r:id="rId43"/>
    <p:sldLayoutId id="2147483979" r:id="rId44"/>
    <p:sldLayoutId id="2147483980" r:id="rId45"/>
    <p:sldLayoutId id="2147483981" r:id="rId46"/>
    <p:sldLayoutId id="2147483982" r:id="rId47"/>
    <p:sldLayoutId id="2147483983" r:id="rId48"/>
    <p:sldLayoutId id="2147483984" r:id="rId49"/>
    <p:sldLayoutId id="2147483985" r:id="rId50"/>
    <p:sldLayoutId id="2147483986" r:id="rId51"/>
    <p:sldLayoutId id="2147484008" r:id="rId52"/>
    <p:sldLayoutId id="2147484009" r:id="rId53"/>
    <p:sldLayoutId id="2147484010" r:id="rId54"/>
    <p:sldLayoutId id="2147484011" r:id="rId55"/>
    <p:sldLayoutId id="2147484012" r:id="rId56"/>
  </p:sldLayoutIdLst>
  <p:hf hdr="0" ftr="0" dt="0"/>
  <p:txStyles>
    <p:titleStyle>
      <a:lvl1pPr algn="l" defTabSz="914400" rtl="0" eaLnBrk="1" latinLnBrk="0" hangingPunct="1">
        <a:lnSpc>
          <a:spcPct val="90000"/>
        </a:lnSpc>
        <a:spcBef>
          <a:spcPct val="0"/>
        </a:spcBef>
        <a:buNone/>
        <a:defRPr sz="4200" kern="1200" cap="all" spc="100" baseline="0">
          <a:solidFill>
            <a:schemeClr val="tx1">
              <a:lumMod val="95000"/>
              <a:lumOff val="5000"/>
            </a:schemeClr>
          </a:solidFill>
          <a:latin typeface="+mj-lt"/>
          <a:ea typeface="+mj-ea"/>
          <a:cs typeface="+mj-cs"/>
        </a:defRPr>
      </a:lvl1pPr>
    </p:titleStyle>
    <p:body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5.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7.xml"/><Relationship Id="rId5" Type="http://schemas.openxmlformats.org/officeDocument/2006/relationships/hyperlink" Target="https://www.kaggle.com/datasets/ajinkyachintawar/employee-attrition-and-retention-analytics-dataset" TargetMode="Externa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4.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hyperlink" Target="https://employeeattritionai.streamlit.app/" TargetMode="External"/><Relationship Id="rId7" Type="http://schemas.openxmlformats.org/officeDocument/2006/relationships/diagramQuickStyle" Target="../diagrams/quickStyle1.xml"/><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7.jpeg"/><Relationship Id="rId9" Type="http://schemas.microsoft.com/office/2007/relationships/diagramDrawing" Target="../diagrams/drawing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1.xml"/><Relationship Id="rId4" Type="http://schemas.openxmlformats.org/officeDocument/2006/relationships/hyperlink" Target="https://www.researchgate.net/publication/364322002_EMPLOYEE_ATTRITION_PREDICTION_USING_MACHINE_LEARNING_ALGORITHMS"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4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hyperlink" Target="mailto:srrustemi23@epoka.edu.al" TargetMode="External"/><Relationship Id="rId5" Type="http://schemas.openxmlformats.org/officeDocument/2006/relationships/hyperlink" Target="mailto:vzeneli23@epoka.edu.al" TargetMode="External"/><Relationship Id="rId4" Type="http://schemas.openxmlformats.org/officeDocument/2006/relationships/hyperlink" Target="https://employeeattritionai.streamlit.ap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AF890B92-D44D-461B-A5E6-D4F348791F20}"/>
              </a:ext>
              <a:ext uri="{C183D7F6-B498-43B3-948B-1728B52AA6E4}">
                <adec:decorative xmlns:adec="http://schemas.microsoft.com/office/drawing/2017/decorative" val="1"/>
              </a:ext>
            </a:extLst>
          </p:cNvPr>
          <p:cNvPicPr>
            <a:picLocks noGrp="1" noChangeAspect="1"/>
          </p:cNvPicPr>
          <p:nvPr>
            <p:ph type="pic" sz="quarter" idx="17"/>
          </p:nvPr>
        </p:nvPicPr>
        <p:blipFill rotWithShape="1">
          <a:blip r:embed="rId3" cstate="email">
            <a:extLst>
              <a:ext uri="{28A0092B-C50C-407E-A947-70E740481C1C}">
                <a14:useLocalDpi xmlns:a14="http://schemas.microsoft.com/office/drawing/2010/main"/>
              </a:ext>
            </a:extLst>
          </a:blip>
          <a:srcRect/>
          <a:stretch/>
        </p:blipFill>
        <p:spPr>
          <a:xfrm>
            <a:off x="0" y="112976"/>
            <a:ext cx="12191999" cy="3278423"/>
          </a:xfrm>
        </p:spPr>
      </p:pic>
      <p:sp>
        <p:nvSpPr>
          <p:cNvPr id="12" name="Title 11">
            <a:extLst>
              <a:ext uri="{FF2B5EF4-FFF2-40B4-BE49-F238E27FC236}">
                <a16:creationId xmlns:a16="http://schemas.microsoft.com/office/drawing/2014/main" id="{94C582A2-A406-4C9B-A3DA-BA4EECAB37AC}"/>
              </a:ext>
            </a:extLst>
          </p:cNvPr>
          <p:cNvSpPr>
            <a:spLocks noGrp="1"/>
          </p:cNvSpPr>
          <p:nvPr>
            <p:ph type="title"/>
          </p:nvPr>
        </p:nvSpPr>
        <p:spPr>
          <a:xfrm>
            <a:off x="119335" y="3466602"/>
            <a:ext cx="7119453" cy="3210341"/>
          </a:xfrm>
          <a:prstGeom prst="round2DiagRect">
            <a:avLst/>
          </a:prstGeom>
        </p:spPr>
        <p:style>
          <a:lnRef idx="2">
            <a:schemeClr val="accent1"/>
          </a:lnRef>
          <a:fillRef idx="1">
            <a:schemeClr val="lt1"/>
          </a:fillRef>
          <a:effectRef idx="0">
            <a:schemeClr val="accent1"/>
          </a:effectRef>
          <a:fontRef idx="minor">
            <a:schemeClr val="dk1"/>
          </a:fontRef>
        </p:style>
        <p:txBody>
          <a:bodyPr>
            <a:noAutofit/>
          </a:bodyPr>
          <a:lstStyle/>
          <a:p>
            <a:pPr algn="ctr"/>
            <a:r>
              <a:rPr lang="en-GB" b="1" i="0" u="sng" strike="noStrike"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PROJECT</a:t>
            </a:r>
            <a:br>
              <a:rPr lang="en-GB" sz="1800" b="1" i="0" u="none" strike="noStrike" dirty="0">
                <a:solidFill>
                  <a:schemeClr val="tx2"/>
                </a:solidFill>
                <a:effectLst/>
                <a:latin typeface="Times New Roman" panose="02020603050405020304" pitchFamily="18" charset="0"/>
                <a:cs typeface="Times New Roman" panose="02020603050405020304" pitchFamily="18" charset="0"/>
              </a:rPr>
            </a:br>
            <a:br>
              <a:rPr lang="en-GB" sz="1800" b="1" i="0" u="none" strike="noStrike" dirty="0">
                <a:solidFill>
                  <a:schemeClr val="tx2"/>
                </a:solidFill>
                <a:effectLst/>
                <a:latin typeface="Times New Roman" panose="02020603050405020304" pitchFamily="18" charset="0"/>
                <a:cs typeface="Times New Roman" panose="02020603050405020304" pitchFamily="18" charset="0"/>
              </a:rPr>
            </a:br>
            <a:r>
              <a:rPr lang="en-GB" sz="1800" b="1" i="0" u="none" strike="noStrike"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COURSE :  </a:t>
            </a:r>
            <a:r>
              <a:rPr lang="en-GB" sz="1800" i="0" u="none" strike="noStrike" dirty="0">
                <a:solidFill>
                  <a:schemeClr val="tx2"/>
                </a:solidFill>
                <a:latin typeface="Times New Roman" panose="02020603050405020304" pitchFamily="18" charset="0"/>
                <a:cs typeface="Times New Roman" panose="02020603050405020304" pitchFamily="18" charset="0"/>
              </a:rPr>
              <a:t>Artificial Intelligence</a:t>
            </a:r>
            <a:br>
              <a:rPr lang="en-GB" sz="1800" i="0" u="none" strike="noStrike" dirty="0">
                <a:solidFill>
                  <a:schemeClr val="tx2"/>
                </a:solidFill>
                <a:latin typeface="Times New Roman" panose="02020603050405020304" pitchFamily="18" charset="0"/>
                <a:cs typeface="Times New Roman" panose="02020603050405020304" pitchFamily="18" charset="0"/>
              </a:rPr>
            </a:br>
            <a:br>
              <a:rPr lang="en-GB" sz="1800" i="0" u="none" strike="noStrike" dirty="0">
                <a:solidFill>
                  <a:schemeClr val="tx2"/>
                </a:solidFill>
                <a:latin typeface="Times New Roman" panose="02020603050405020304" pitchFamily="18" charset="0"/>
                <a:cs typeface="Times New Roman" panose="02020603050405020304" pitchFamily="18" charset="0"/>
              </a:rPr>
            </a:br>
            <a:r>
              <a:rPr lang="en-GB" sz="1800" b="1" i="0" u="none" strike="noStrike"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PROJECT TYPE :</a:t>
            </a:r>
            <a:r>
              <a:rPr lang="en-GB" sz="1800" b="1"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a:t>
            </a:r>
            <a:r>
              <a:rPr lang="en-GB" sz="1800" i="0" u="none" strike="noStrike" dirty="0">
                <a:solidFill>
                  <a:schemeClr val="tx2"/>
                </a:solidFill>
                <a:latin typeface="Times New Roman" panose="02020603050405020304" pitchFamily="18" charset="0"/>
                <a:cs typeface="Times New Roman" panose="02020603050405020304" pitchFamily="18" charset="0"/>
              </a:rPr>
              <a:t>Design and Implementation of an Intelligent Agent</a:t>
            </a:r>
            <a:br>
              <a:rPr lang="en-GB" sz="1800" i="0" u="none" strike="noStrike" dirty="0">
                <a:solidFill>
                  <a:schemeClr val="tx2"/>
                </a:solidFill>
                <a:latin typeface="Times New Roman" panose="02020603050405020304" pitchFamily="18" charset="0"/>
                <a:cs typeface="Times New Roman" panose="02020603050405020304" pitchFamily="18" charset="0"/>
              </a:rPr>
            </a:br>
            <a:br>
              <a:rPr lang="en-GB" sz="1800" i="0" u="none" strike="noStrike" dirty="0">
                <a:solidFill>
                  <a:schemeClr val="tx2"/>
                </a:solidFill>
                <a:latin typeface="Times New Roman" panose="02020603050405020304" pitchFamily="18" charset="0"/>
                <a:cs typeface="Times New Roman" panose="02020603050405020304" pitchFamily="18" charset="0"/>
              </a:rPr>
            </a:br>
            <a:r>
              <a:rPr lang="en-GB" sz="1800" b="1" i="0" u="none" strike="noStrike"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GROUP MEMBERS :</a:t>
            </a:r>
            <a:r>
              <a:rPr lang="en-GB" sz="1800" b="1" cap="none" spc="0" dirty="0">
                <a:ln w="0"/>
                <a:solidFill>
                  <a:schemeClr val="tx2"/>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a:t>
            </a:r>
            <a:r>
              <a:rPr lang="en-GB" sz="1800" i="0" u="none" strike="noStrike" dirty="0">
                <a:solidFill>
                  <a:schemeClr val="tx2"/>
                </a:solidFill>
                <a:latin typeface="Times New Roman" panose="02020603050405020304" pitchFamily="18" charset="0"/>
                <a:cs typeface="Times New Roman" panose="02020603050405020304" pitchFamily="18" charset="0"/>
              </a:rPr>
              <a:t>Viola </a:t>
            </a:r>
            <a:r>
              <a:rPr lang="en-GB" sz="1800" i="0" u="none" strike="noStrike" dirty="0" err="1">
                <a:solidFill>
                  <a:schemeClr val="tx2"/>
                </a:solidFill>
                <a:latin typeface="Times New Roman" panose="02020603050405020304" pitchFamily="18" charset="0"/>
                <a:cs typeface="Times New Roman" panose="02020603050405020304" pitchFamily="18" charset="0"/>
              </a:rPr>
              <a:t>Zeneli</a:t>
            </a:r>
            <a:r>
              <a:rPr lang="en-GB" sz="1800" dirty="0">
                <a:solidFill>
                  <a:schemeClr val="tx2"/>
                </a:solidFill>
                <a:latin typeface="Times New Roman" panose="02020603050405020304" pitchFamily="18" charset="0"/>
                <a:cs typeface="Times New Roman" panose="02020603050405020304" pitchFamily="18" charset="0"/>
              </a:rPr>
              <a:t> &amp; </a:t>
            </a:r>
            <a:r>
              <a:rPr lang="en-GB" sz="1800" i="0" u="none" strike="noStrike" dirty="0" err="1">
                <a:solidFill>
                  <a:schemeClr val="tx2"/>
                </a:solidFill>
                <a:latin typeface="Times New Roman" panose="02020603050405020304" pitchFamily="18" charset="0"/>
                <a:cs typeface="Times New Roman" panose="02020603050405020304" pitchFamily="18" charset="0"/>
              </a:rPr>
              <a:t>Sidrit</a:t>
            </a:r>
            <a:r>
              <a:rPr lang="en-GB" sz="1800" i="0" u="none" strike="noStrike" dirty="0">
                <a:solidFill>
                  <a:schemeClr val="tx2"/>
                </a:solidFill>
                <a:latin typeface="Times New Roman" panose="02020603050405020304" pitchFamily="18" charset="0"/>
                <a:cs typeface="Times New Roman" panose="02020603050405020304" pitchFamily="18" charset="0"/>
              </a:rPr>
              <a:t> </a:t>
            </a:r>
            <a:r>
              <a:rPr lang="en-GB" sz="1800" i="0" u="none" strike="noStrike" dirty="0" err="1">
                <a:solidFill>
                  <a:schemeClr val="tx2"/>
                </a:solidFill>
                <a:latin typeface="Times New Roman" panose="02020603050405020304" pitchFamily="18" charset="0"/>
                <a:cs typeface="Times New Roman" panose="02020603050405020304" pitchFamily="18" charset="0"/>
              </a:rPr>
              <a:t>Rrustemi</a:t>
            </a:r>
            <a:endParaRPr lang="en-GB" sz="1800" i="0" u="none" strike="noStrike" dirty="0">
              <a:solidFill>
                <a:schemeClr val="tx2"/>
              </a:solidFill>
              <a:effectLst/>
              <a:latin typeface="Times New Roman" panose="02020603050405020304" pitchFamily="18" charset="0"/>
              <a:cs typeface="Times New Roman" panose="02020603050405020304" pitchFamily="18" charset="0"/>
            </a:endParaRPr>
          </a:p>
        </p:txBody>
      </p:sp>
      <p:sp>
        <p:nvSpPr>
          <p:cNvPr id="34" name="Text Placeholder 33">
            <a:extLst>
              <a:ext uri="{FF2B5EF4-FFF2-40B4-BE49-F238E27FC236}">
                <a16:creationId xmlns:a16="http://schemas.microsoft.com/office/drawing/2014/main" id="{29455ACD-CCC6-4BEC-AA79-DC1C69D087DF}"/>
              </a:ext>
              <a:ext uri="{C183D7F6-B498-43B3-948B-1728B52AA6E4}">
                <adec:decorative xmlns:adec="http://schemas.microsoft.com/office/drawing/2017/decorative" val="1"/>
              </a:ext>
            </a:extLst>
          </p:cNvPr>
          <p:cNvSpPr>
            <a:spLocks noGrp="1"/>
          </p:cNvSpPr>
          <p:nvPr>
            <p:ph type="body" sz="quarter" idx="20"/>
          </p:nvPr>
        </p:nvSpPr>
        <p:spPr>
          <a:xfrm>
            <a:off x="7589520" y="1995030"/>
            <a:ext cx="4389542" cy="4163339"/>
          </a:xfrm>
        </p:spPr>
        <p:txBody>
          <a:bodyPr/>
          <a:lstStyle/>
          <a:p>
            <a:endParaRPr lang="en-US" dirty="0"/>
          </a:p>
        </p:txBody>
      </p:sp>
      <p:sp>
        <p:nvSpPr>
          <p:cNvPr id="13" name="Content Placeholder 12">
            <a:extLst>
              <a:ext uri="{FF2B5EF4-FFF2-40B4-BE49-F238E27FC236}">
                <a16:creationId xmlns:a16="http://schemas.microsoft.com/office/drawing/2014/main" id="{556610ED-3E2D-4E6A-ABD0-150F203E6B46}"/>
              </a:ext>
            </a:extLst>
          </p:cNvPr>
          <p:cNvSpPr>
            <a:spLocks noGrp="1"/>
          </p:cNvSpPr>
          <p:nvPr>
            <p:ph sz="quarter" idx="19"/>
          </p:nvPr>
        </p:nvSpPr>
        <p:spPr>
          <a:xfrm>
            <a:off x="7940251" y="2285999"/>
            <a:ext cx="3688080" cy="3581400"/>
          </a:xfrm>
        </p:spPr>
        <p:style>
          <a:lnRef idx="2">
            <a:schemeClr val="accent2"/>
          </a:lnRef>
          <a:fillRef idx="1">
            <a:schemeClr val="lt1"/>
          </a:fillRef>
          <a:effectRef idx="0">
            <a:schemeClr val="accent2"/>
          </a:effectRef>
          <a:fontRef idx="minor">
            <a:schemeClr val="dk1"/>
          </a:fontRef>
        </p:style>
        <p:txBody>
          <a:bodyPr>
            <a:normAutofit fontScale="92500" lnSpcReduction="10000"/>
          </a:bodyPr>
          <a:lstStyle/>
          <a:p>
            <a:r>
              <a:rPr lang="en-AL" sz="4400" b="1" u="sng" dirty="0">
                <a:ln w="22225">
                  <a:solidFill>
                    <a:schemeClr val="accent2"/>
                  </a:solidFill>
                  <a:prstDash val="solid"/>
                </a:ln>
                <a:solidFill>
                  <a:schemeClr val="accent2">
                    <a:lumMod val="40000"/>
                    <a:lumOff val="60000"/>
                  </a:schemeClr>
                </a:solidFill>
              </a:rPr>
              <a:t>Project Topic: </a:t>
            </a:r>
          </a:p>
          <a:p>
            <a:pPr algn="ctr"/>
            <a:r>
              <a:rPr lang="en-AL" sz="4400" b="1" dirty="0">
                <a:ln w="22225">
                  <a:solidFill>
                    <a:schemeClr val="accent2"/>
                  </a:solidFill>
                  <a:prstDash val="solid"/>
                </a:ln>
                <a:solidFill>
                  <a:schemeClr val="accent2">
                    <a:lumMod val="40000"/>
                    <a:lumOff val="60000"/>
                  </a:schemeClr>
                </a:solidFill>
              </a:rPr>
              <a:t>“Intelligent Employee Attrition Prediction Agent”</a:t>
            </a:r>
          </a:p>
        </p:txBody>
      </p:sp>
      <p:pic>
        <p:nvPicPr>
          <p:cNvPr id="39" name="Picture Placeholder 38">
            <a:extLst>
              <a:ext uri="{FF2B5EF4-FFF2-40B4-BE49-F238E27FC236}">
                <a16:creationId xmlns:a16="http://schemas.microsoft.com/office/drawing/2014/main" id="{D15B262E-3234-4E0C-A890-B69314333FD8}"/>
              </a:ext>
              <a:ext uri="{C183D7F6-B498-43B3-948B-1728B52AA6E4}">
                <adec:decorative xmlns:adec="http://schemas.microsoft.com/office/drawing/2017/decorative" val="1"/>
              </a:ext>
            </a:extLst>
          </p:cNvPr>
          <p:cNvPicPr>
            <a:picLocks noGrp="1" noChangeAspect="1"/>
          </p:cNvPicPr>
          <p:nvPr>
            <p:ph type="pic" sz="quarter" idx="21"/>
          </p:nvPr>
        </p:nvPicPr>
        <p:blipFill>
          <a:blip r:embed="rId4">
            <a:extLst>
              <a:ext uri="{96DAC541-7B7A-43D3-8B79-37D633B846F1}">
                <asvg:svgBlip xmlns:asvg="http://schemas.microsoft.com/office/drawing/2016/SVG/main" r:embed="rId5"/>
              </a:ext>
            </a:extLst>
          </a:blip>
          <a:srcRect l="853" r="853"/>
          <a:stretch>
            <a:fillRect/>
          </a:stretch>
        </p:blipFill>
        <p:spPr>
          <a:xfrm>
            <a:off x="7132320" y="1529891"/>
            <a:ext cx="914400" cy="930275"/>
          </a:xfrm>
        </p:spPr>
      </p:pic>
      <p:sp>
        <p:nvSpPr>
          <p:cNvPr id="40" name="Freeform: Shape 39">
            <a:extLst>
              <a:ext uri="{FF2B5EF4-FFF2-40B4-BE49-F238E27FC236}">
                <a16:creationId xmlns:a16="http://schemas.microsoft.com/office/drawing/2014/main" id="{CD5E95B5-674E-4A3A-A7C5-83CFC41142E0}"/>
              </a:ext>
              <a:ext uri="{C183D7F6-B498-43B3-948B-1728B52AA6E4}">
                <adec:decorative xmlns:adec="http://schemas.microsoft.com/office/drawing/2017/decorative" val="1"/>
              </a:ext>
            </a:extLst>
          </p:cNvPr>
          <p:cNvSpPr/>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56204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B867B30C-FA39-0E95-B2D5-28B310193688}"/>
              </a:ext>
            </a:extLst>
          </p:cNvPr>
          <p:cNvPicPr>
            <a:picLocks noChangeAspect="1"/>
          </p:cNvPicPr>
          <p:nvPr/>
        </p:nvPicPr>
        <p:blipFill>
          <a:blip r:embed="rId3"/>
          <a:stretch>
            <a:fillRect/>
          </a:stretch>
        </p:blipFill>
        <p:spPr>
          <a:xfrm>
            <a:off x="1487488" y="4930775"/>
            <a:ext cx="1536700" cy="317500"/>
          </a:xfrm>
          <a:prstGeom prst="rect">
            <a:avLst/>
          </a:prstGeom>
        </p:spPr>
      </p:pic>
      <p:pic>
        <p:nvPicPr>
          <p:cNvPr id="30" name="Picture 29">
            <a:extLst>
              <a:ext uri="{FF2B5EF4-FFF2-40B4-BE49-F238E27FC236}">
                <a16:creationId xmlns:a16="http://schemas.microsoft.com/office/drawing/2014/main" id="{B4919FB4-85B6-9CDE-FAEB-6A90E70815E8}"/>
              </a:ext>
            </a:extLst>
          </p:cNvPr>
          <p:cNvPicPr>
            <a:picLocks noChangeAspect="1"/>
          </p:cNvPicPr>
          <p:nvPr/>
        </p:nvPicPr>
        <p:blipFill>
          <a:blip r:embed="rId4"/>
          <a:stretch>
            <a:fillRect/>
          </a:stretch>
        </p:blipFill>
        <p:spPr>
          <a:xfrm>
            <a:off x="6876096" y="2489877"/>
            <a:ext cx="4874926" cy="3518873"/>
          </a:xfrm>
          <a:prstGeom prst="rect">
            <a:avLst/>
          </a:prstGeom>
        </p:spPr>
      </p:pic>
      <p:sp>
        <p:nvSpPr>
          <p:cNvPr id="10" name="Title 9">
            <a:extLst>
              <a:ext uri="{FF2B5EF4-FFF2-40B4-BE49-F238E27FC236}">
                <a16:creationId xmlns:a16="http://schemas.microsoft.com/office/drawing/2014/main" id="{511670C9-7A12-431E-92B2-050F2389D775}"/>
              </a:ext>
            </a:extLst>
          </p:cNvPr>
          <p:cNvSpPr>
            <a:spLocks noGrp="1"/>
          </p:cNvSpPr>
          <p:nvPr>
            <p:ph type="title"/>
          </p:nvPr>
        </p:nvSpPr>
        <p:spPr>
          <a:xfrm>
            <a:off x="282629" y="620819"/>
            <a:ext cx="6123424" cy="707886"/>
          </a:xfrm>
        </p:spPr>
        <p:txBody>
          <a:bodyPr>
            <a:normAutofit/>
          </a:bodyPr>
          <a:lstStyle/>
          <a:p>
            <a:r>
              <a:rPr lang="en-US" u="sng" cap="none" spc="0" dirty="0">
                <a:ln w="0"/>
                <a:solidFill>
                  <a:schemeClr val="accent1"/>
                </a:solidFill>
                <a:effectLst>
                  <a:outerShdw blurRad="38100" dist="25400" dir="5400000" algn="ctr" rotWithShape="0">
                    <a:srgbClr val="6E747A">
                      <a:alpha val="43000"/>
                    </a:srgbClr>
                  </a:outerShdw>
                </a:effectLst>
                <a:latin typeface="Copperplate Gothic Bold" panose="020E0705020206020404" pitchFamily="34" charset="77"/>
              </a:rPr>
              <a:t>Project Overview</a:t>
            </a:r>
          </a:p>
        </p:txBody>
      </p:sp>
      <p:sp>
        <p:nvSpPr>
          <p:cNvPr id="61" name="Text Placeholder 60">
            <a:extLst>
              <a:ext uri="{FF2B5EF4-FFF2-40B4-BE49-F238E27FC236}">
                <a16:creationId xmlns:a16="http://schemas.microsoft.com/office/drawing/2014/main" id="{2EFCA5F8-2322-4618-9000-E296A1B5768D}"/>
              </a:ext>
            </a:extLst>
          </p:cNvPr>
          <p:cNvSpPr>
            <a:spLocks noGrp="1"/>
          </p:cNvSpPr>
          <p:nvPr>
            <p:ph type="body" sz="quarter" idx="25"/>
          </p:nvPr>
        </p:nvSpPr>
        <p:spPr>
          <a:xfrm>
            <a:off x="7032104" y="2504183"/>
            <a:ext cx="1872208" cy="559373"/>
          </a:xfrm>
        </p:spPr>
        <p:txBody>
          <a:bodyPr/>
          <a:lstStyle/>
          <a:p>
            <a:r>
              <a:rPr lang="en-US" sz="1800" dirty="0">
                <a:ln w="0"/>
                <a:solidFill>
                  <a:schemeClr val="tx1"/>
                </a:solidFill>
                <a:effectLst>
                  <a:outerShdw blurRad="38100" dist="19050" dir="2700000" algn="tl" rotWithShape="0">
                    <a:schemeClr val="dk1">
                      <a:alpha val="40000"/>
                    </a:schemeClr>
                  </a:outerShdw>
                </a:effectLst>
                <a:latin typeface="Bodoni 72 Smallcaps Book" pitchFamily="2" charset="0"/>
              </a:rPr>
              <a:t>VIOLA ZENELI</a:t>
            </a:r>
          </a:p>
        </p:txBody>
      </p:sp>
      <p:sp>
        <p:nvSpPr>
          <p:cNvPr id="43" name="Text Placeholder 42">
            <a:extLst>
              <a:ext uri="{FF2B5EF4-FFF2-40B4-BE49-F238E27FC236}">
                <a16:creationId xmlns:a16="http://schemas.microsoft.com/office/drawing/2014/main" id="{1F76ED7E-C354-2625-15D6-D18AF1053830}"/>
              </a:ext>
            </a:extLst>
          </p:cNvPr>
          <p:cNvSpPr>
            <a:spLocks noGrp="1"/>
          </p:cNvSpPr>
          <p:nvPr>
            <p:ph type="body" sz="quarter" idx="18"/>
          </p:nvPr>
        </p:nvSpPr>
        <p:spPr>
          <a:xfrm>
            <a:off x="227601" y="1429183"/>
            <a:ext cx="5593174" cy="2224380"/>
          </a:xfrm>
        </p:spPr>
        <p:txBody>
          <a:bodyPr/>
          <a:lstStyle/>
          <a:p>
            <a:pPr algn="just"/>
            <a:r>
              <a:rPr lang="en-GB" b="0" i="0" u="none" strike="noStrike" dirty="0">
                <a:solidFill>
                  <a:srgbClr val="000000"/>
                </a:solidFill>
                <a:effectLst/>
                <a:latin typeface="Times New Roman" panose="02020603050405020304" pitchFamily="18" charset="0"/>
                <a:cs typeface="Times New Roman" panose="02020603050405020304" pitchFamily="18" charset="0"/>
              </a:rPr>
              <a:t>This project develops an intelligent learning agent to predict employee attrition - whether an employee is likely to </a:t>
            </a:r>
            <a:r>
              <a:rPr lang="en-GB" b="1" i="0" u="none" strike="noStrike" dirty="0">
                <a:solidFill>
                  <a:srgbClr val="000000"/>
                </a:solidFill>
                <a:effectLst/>
                <a:latin typeface="Times New Roman" panose="02020603050405020304" pitchFamily="18" charset="0"/>
                <a:cs typeface="Times New Roman" panose="02020603050405020304" pitchFamily="18" charset="0"/>
              </a:rPr>
              <a:t>leave (Yes)</a:t>
            </a:r>
            <a:r>
              <a:rPr lang="en-GB" b="0" i="0" u="none" strike="noStrike" dirty="0">
                <a:solidFill>
                  <a:srgbClr val="000000"/>
                </a:solidFill>
                <a:effectLst/>
                <a:latin typeface="Times New Roman" panose="02020603050405020304" pitchFamily="18" charset="0"/>
                <a:cs typeface="Times New Roman" panose="02020603050405020304" pitchFamily="18" charset="0"/>
              </a:rPr>
              <a:t> or </a:t>
            </a:r>
            <a:r>
              <a:rPr lang="en-GB" b="1" i="0" u="none" strike="noStrike" dirty="0">
                <a:solidFill>
                  <a:srgbClr val="000000"/>
                </a:solidFill>
                <a:effectLst/>
                <a:latin typeface="Times New Roman" panose="02020603050405020304" pitchFamily="18" charset="0"/>
                <a:cs typeface="Times New Roman" panose="02020603050405020304" pitchFamily="18" charset="0"/>
              </a:rPr>
              <a:t>stay (No)</a:t>
            </a:r>
            <a:r>
              <a:rPr lang="en-GB" dirty="0">
                <a:solidFill>
                  <a:srgbClr val="000000"/>
                </a:solidFill>
                <a:latin typeface="Times New Roman" panose="02020603050405020304" pitchFamily="18" charset="0"/>
                <a:cs typeface="Times New Roman" panose="02020603050405020304" pitchFamily="18" charset="0"/>
              </a:rPr>
              <a:t> - </a:t>
            </a:r>
            <a:r>
              <a:rPr lang="en-GB" b="0" i="0" u="none" strike="noStrike" dirty="0">
                <a:solidFill>
                  <a:srgbClr val="000000"/>
                </a:solidFill>
                <a:effectLst/>
                <a:latin typeface="Times New Roman" panose="02020603050405020304" pitchFamily="18" charset="0"/>
                <a:cs typeface="Times New Roman" panose="02020603050405020304" pitchFamily="18" charset="0"/>
              </a:rPr>
              <a:t>using HR-related data such as job role, satisfaction, income, and work experience. The study is based on the </a:t>
            </a:r>
            <a:r>
              <a:rPr lang="en-GB" b="1" i="0" u="none" strike="noStrike" dirty="0">
                <a:solidFill>
                  <a:srgbClr val="000000"/>
                </a:solidFill>
                <a:effectLst/>
                <a:latin typeface="Times New Roman" panose="02020603050405020304" pitchFamily="18" charset="0"/>
                <a:cs typeface="Times New Roman" panose="02020603050405020304" pitchFamily="18" charset="0"/>
              </a:rPr>
              <a:t>Employee Attrition &amp; Retention Analytics Dataset</a:t>
            </a:r>
            <a:r>
              <a:rPr lang="en-GB" b="0" i="0" u="none" strike="noStrike" dirty="0">
                <a:solidFill>
                  <a:srgbClr val="000000"/>
                </a:solidFill>
                <a:effectLst/>
                <a:latin typeface="Times New Roman" panose="02020603050405020304" pitchFamily="18" charset="0"/>
                <a:cs typeface="Times New Roman" panose="02020603050405020304" pitchFamily="18" charset="0"/>
              </a:rPr>
              <a:t> from Kaggle, which contains real-world employee records commonly used for attrition analysis.</a:t>
            </a:r>
          </a:p>
          <a:p>
            <a:pPr algn="just"/>
            <a:endParaRPr lang="en-AL" dirty="0">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AL" i="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Employee Attrition and Retention Analytics Dataset</a:t>
            </a:r>
            <a:r>
              <a:rPr lang="en-AL"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Kaggle:</a:t>
            </a:r>
            <a:br>
              <a:rPr lang="en-AL"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AL" u="sng" kern="1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hlinkClick r:id="rId5"/>
              </a:rPr>
              <a:t>https://www.kaggle.com/datasets/ajinkyachintawar/employee-attrition-and-retention-analytics-dataset</a:t>
            </a:r>
            <a:endParaRPr lang="en-AL"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AL" dirty="0"/>
          </a:p>
        </p:txBody>
      </p:sp>
      <p:sp>
        <p:nvSpPr>
          <p:cNvPr id="49" name="Content Placeholder 34">
            <a:extLst>
              <a:ext uri="{FF2B5EF4-FFF2-40B4-BE49-F238E27FC236}">
                <a16:creationId xmlns:a16="http://schemas.microsoft.com/office/drawing/2014/main" id="{5A8A56B6-06EE-6E8B-67C3-6ACFCBEB6B56}"/>
              </a:ext>
            </a:extLst>
          </p:cNvPr>
          <p:cNvSpPr txBox="1">
            <a:spLocks/>
          </p:cNvSpPr>
          <p:nvPr/>
        </p:nvSpPr>
        <p:spPr>
          <a:xfrm>
            <a:off x="367215" y="3861048"/>
            <a:ext cx="3136497" cy="2520280"/>
          </a:xfrm>
          <a:prstGeom prst="rect">
            <a:avLst/>
          </a:prstGeom>
        </p:spPr>
        <p:txBody>
          <a:bodyPr>
            <a:noAutofit/>
          </a:bodyPr>
          <a:lst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lgn="just">
              <a:buNone/>
            </a:pPr>
            <a:r>
              <a:rPr lang="en-GB" sz="1400" b="0" i="0" u="none" strike="noStrike" dirty="0">
                <a:solidFill>
                  <a:srgbClr val="000000"/>
                </a:solidFill>
                <a:effectLst/>
                <a:latin typeface="Times New Roman" panose="02020603050405020304" pitchFamily="18" charset="0"/>
                <a:cs typeface="Times New Roman" panose="02020603050405020304" pitchFamily="18" charset="0"/>
              </a:rPr>
              <a:t>The </a:t>
            </a:r>
            <a:r>
              <a:rPr lang="en-GB" sz="1400" b="1" i="0" u="none" strike="noStrike" dirty="0">
                <a:solidFill>
                  <a:srgbClr val="000000"/>
                </a:solidFill>
                <a:effectLst/>
                <a:latin typeface="Times New Roman" panose="02020603050405020304" pitchFamily="18" charset="0"/>
                <a:cs typeface="Times New Roman" panose="02020603050405020304" pitchFamily="18" charset="0"/>
              </a:rPr>
              <a:t>main goal </a:t>
            </a:r>
            <a:r>
              <a:rPr lang="en-GB" sz="1400" b="0" i="0" u="none" strike="noStrike" dirty="0">
                <a:solidFill>
                  <a:srgbClr val="000000"/>
                </a:solidFill>
                <a:effectLst/>
                <a:latin typeface="Times New Roman" panose="02020603050405020304" pitchFamily="18" charset="0"/>
                <a:cs typeface="Times New Roman" panose="02020603050405020304" pitchFamily="18" charset="0"/>
              </a:rPr>
              <a:t>is to build a model that performs well under </a:t>
            </a:r>
            <a:r>
              <a:rPr lang="en-GB" sz="1400" b="1" i="0" u="none" strike="noStrike" dirty="0">
                <a:solidFill>
                  <a:srgbClr val="000000"/>
                </a:solidFill>
                <a:effectLst/>
                <a:latin typeface="Times New Roman" panose="02020603050405020304" pitchFamily="18" charset="0"/>
                <a:cs typeface="Times New Roman" panose="02020603050405020304" pitchFamily="18" charset="0"/>
              </a:rPr>
              <a:t>realistic conditions</a:t>
            </a:r>
            <a:r>
              <a:rPr lang="en-GB" sz="1400" b="0" i="0" u="none" strike="noStrike" dirty="0">
                <a:solidFill>
                  <a:srgbClr val="000000"/>
                </a:solidFill>
                <a:effectLst/>
                <a:latin typeface="Times New Roman" panose="02020603050405020304" pitchFamily="18" charset="0"/>
                <a:cs typeface="Times New Roman" panose="02020603050405020304" pitchFamily="18" charset="0"/>
              </a:rPr>
              <a:t>. In real HR data, far more employees stay than leave, resulting in a highly imbalanced dataset. Because of this, accuracy alone can be misleading. The project therefore emphasizes evaluation metrics such as the </a:t>
            </a:r>
            <a:r>
              <a:rPr lang="en-GB" sz="1400" b="1" i="0" u="none" strike="noStrike" dirty="0">
                <a:solidFill>
                  <a:srgbClr val="000000"/>
                </a:solidFill>
                <a:effectLst/>
                <a:latin typeface="Times New Roman" panose="02020603050405020304" pitchFamily="18" charset="0"/>
                <a:cs typeface="Times New Roman" panose="02020603050405020304" pitchFamily="18" charset="0"/>
              </a:rPr>
              <a:t>F1-score</a:t>
            </a:r>
            <a:r>
              <a:rPr lang="en-GB" sz="1400" b="0" i="0" u="none" strike="noStrike" dirty="0">
                <a:solidFill>
                  <a:srgbClr val="000000"/>
                </a:solidFill>
                <a:effectLst/>
                <a:latin typeface="Times New Roman" panose="02020603050405020304" pitchFamily="18" charset="0"/>
                <a:cs typeface="Times New Roman" panose="02020603050405020304" pitchFamily="18" charset="0"/>
              </a:rPr>
              <a:t> and applies techniques to reduce the impact of class imbalance in order to better identify employees who are likely to leave.</a:t>
            </a:r>
            <a:endParaRPr lang="en-AL" sz="16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3" name="TextBox 52">
            <a:extLst>
              <a:ext uri="{FF2B5EF4-FFF2-40B4-BE49-F238E27FC236}">
                <a16:creationId xmlns:a16="http://schemas.microsoft.com/office/drawing/2014/main" id="{A3A9CE05-C41A-54F5-639F-1BA2D57191AB}"/>
              </a:ext>
            </a:extLst>
          </p:cNvPr>
          <p:cNvSpPr txBox="1"/>
          <p:nvPr/>
        </p:nvSpPr>
        <p:spPr>
          <a:xfrm>
            <a:off x="7464668" y="1241179"/>
            <a:ext cx="4546871" cy="646331"/>
          </a:xfrm>
          <a:prstGeom prst="rect">
            <a:avLst/>
          </a:prstGeom>
          <a:noFill/>
        </p:spPr>
        <p:txBody>
          <a:bodyPr wrap="square">
            <a:spAutoFit/>
          </a:bodyPr>
          <a:lstStyle/>
          <a:p>
            <a:r>
              <a:rPr lang="en-US" sz="3600" b="1" u="sng" dirty="0">
                <a:ln w="22225">
                  <a:solidFill>
                    <a:schemeClr val="accent2"/>
                  </a:solidFill>
                  <a:prstDash val="solid"/>
                </a:ln>
                <a:solidFill>
                  <a:schemeClr val="accent2">
                    <a:lumMod val="40000"/>
                    <a:lumOff val="60000"/>
                  </a:schemeClr>
                </a:solidFill>
                <a:latin typeface="Copperplate Gothic Bold" panose="020E0705020206020404" pitchFamily="34" charset="77"/>
              </a:rPr>
              <a:t>WORK DIVISION</a:t>
            </a:r>
          </a:p>
        </p:txBody>
      </p:sp>
      <p:sp>
        <p:nvSpPr>
          <p:cNvPr id="67" name="TextBox 66">
            <a:extLst>
              <a:ext uri="{FF2B5EF4-FFF2-40B4-BE49-F238E27FC236}">
                <a16:creationId xmlns:a16="http://schemas.microsoft.com/office/drawing/2014/main" id="{614D71B0-36C8-09D4-964A-2955DAC57461}"/>
              </a:ext>
            </a:extLst>
          </p:cNvPr>
          <p:cNvSpPr txBox="1"/>
          <p:nvPr/>
        </p:nvSpPr>
        <p:spPr>
          <a:xfrm>
            <a:off x="6247080" y="3986433"/>
            <a:ext cx="2435175" cy="369332"/>
          </a:xfrm>
          <a:prstGeom prst="rect">
            <a:avLst/>
          </a:prstGeom>
          <a:noFill/>
        </p:spPr>
        <p:txBody>
          <a:bodyPr wrap="square">
            <a:spAutoFit/>
          </a:bodyPr>
          <a:lstStyle/>
          <a:p>
            <a:r>
              <a:rPr lang="en-US" dirty="0">
                <a:ln w="0"/>
                <a:effectLst>
                  <a:outerShdw blurRad="38100" dist="19050" dir="2700000" algn="tl" rotWithShape="0">
                    <a:schemeClr val="dk1">
                      <a:alpha val="40000"/>
                    </a:schemeClr>
                  </a:outerShdw>
                </a:effectLst>
                <a:latin typeface="Bodoni 72 Smallcaps Book" pitchFamily="2" charset="0"/>
              </a:rPr>
              <a:t>SIDRIT RRUSTEMI</a:t>
            </a:r>
            <a:endParaRPr lang="en-US" sz="1800" dirty="0">
              <a:ln w="0"/>
              <a:effectLst>
                <a:outerShdw blurRad="38100" dist="19050" dir="2700000" algn="tl" rotWithShape="0">
                  <a:schemeClr val="dk1">
                    <a:alpha val="40000"/>
                  </a:schemeClr>
                </a:outerShdw>
              </a:effectLst>
              <a:latin typeface="Bodoni 72 Smallcaps Book" pitchFamily="2" charset="0"/>
            </a:endParaRPr>
          </a:p>
        </p:txBody>
      </p:sp>
      <p:sp>
        <p:nvSpPr>
          <p:cNvPr id="73" name="TextBox 72">
            <a:extLst>
              <a:ext uri="{FF2B5EF4-FFF2-40B4-BE49-F238E27FC236}">
                <a16:creationId xmlns:a16="http://schemas.microsoft.com/office/drawing/2014/main" id="{49393117-D97E-5795-F645-2F9C68749AD0}"/>
              </a:ext>
            </a:extLst>
          </p:cNvPr>
          <p:cNvSpPr txBox="1"/>
          <p:nvPr/>
        </p:nvSpPr>
        <p:spPr>
          <a:xfrm>
            <a:off x="5015880" y="5364939"/>
            <a:ext cx="2016224" cy="369332"/>
          </a:xfrm>
          <a:prstGeom prst="rect">
            <a:avLst/>
          </a:prstGeom>
          <a:noFill/>
        </p:spPr>
        <p:txBody>
          <a:bodyPr wrap="square">
            <a:spAutoFit/>
          </a:bodyPr>
          <a:lstStyle/>
          <a:p>
            <a:r>
              <a:rPr lang="en-US" dirty="0">
                <a:ln w="0"/>
                <a:effectLst>
                  <a:outerShdw blurRad="38100" dist="19050" dir="2700000" algn="tl" rotWithShape="0">
                    <a:schemeClr val="dk1">
                      <a:alpha val="40000"/>
                    </a:schemeClr>
                  </a:outerShdw>
                </a:effectLst>
                <a:latin typeface="Bodoni 72 Smallcaps Book" pitchFamily="2" charset="0"/>
              </a:rPr>
              <a:t>GROUP WORK</a:t>
            </a:r>
            <a:endParaRPr lang="en-US" sz="1800" dirty="0">
              <a:ln w="0"/>
              <a:effectLst>
                <a:outerShdw blurRad="38100" dist="19050" dir="2700000" algn="tl" rotWithShape="0">
                  <a:schemeClr val="dk1">
                    <a:alpha val="40000"/>
                  </a:schemeClr>
                </a:outerShdw>
              </a:effectLst>
              <a:latin typeface="Bodoni 72 Smallcaps Book" pitchFamily="2" charset="0"/>
            </a:endParaRPr>
          </a:p>
        </p:txBody>
      </p:sp>
      <p:sp>
        <p:nvSpPr>
          <p:cNvPr id="74" name="TextBox 73">
            <a:extLst>
              <a:ext uri="{FF2B5EF4-FFF2-40B4-BE49-F238E27FC236}">
                <a16:creationId xmlns:a16="http://schemas.microsoft.com/office/drawing/2014/main" id="{E480CE24-8E1B-A5C8-FF6C-EB79DB073946}"/>
              </a:ext>
            </a:extLst>
          </p:cNvPr>
          <p:cNvSpPr txBox="1"/>
          <p:nvPr/>
        </p:nvSpPr>
        <p:spPr>
          <a:xfrm>
            <a:off x="6963305" y="3063556"/>
            <a:ext cx="4248472" cy="369332"/>
          </a:xfrm>
          <a:prstGeom prst="rect">
            <a:avLst/>
          </a:prstGeom>
          <a:noFill/>
        </p:spPr>
        <p:txBody>
          <a:bodyPr wrap="square" rtlCol="0">
            <a:spAutoFit/>
          </a:bodyPr>
          <a:lstStyle/>
          <a:p>
            <a:r>
              <a:rPr lang="en-AL"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Random Forest, </a:t>
            </a:r>
            <a:r>
              <a:rPr lang="en-GB"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t>
            </a:r>
            <a:r>
              <a:rPr lang="en-AL"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eport &amp; </a:t>
            </a:r>
            <a:r>
              <a:rPr lang="en-GB"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PPT P</a:t>
            </a:r>
            <a:r>
              <a:rPr lang="en-AL"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resentation</a:t>
            </a:r>
            <a:r>
              <a:rPr lang="en-AL" dirty="0">
                <a:effectLst/>
                <a:latin typeface="Times New Roman" panose="02020603050405020304" pitchFamily="18" charset="0"/>
                <a:cs typeface="Times New Roman" panose="02020603050405020304" pitchFamily="18" charset="0"/>
              </a:rPr>
              <a:t> </a:t>
            </a:r>
            <a:endParaRPr lang="en-AL" dirty="0">
              <a:latin typeface="Times New Roman" panose="02020603050405020304" pitchFamily="18" charset="0"/>
              <a:cs typeface="Times New Roman" panose="02020603050405020304" pitchFamily="18" charset="0"/>
            </a:endParaRPr>
          </a:p>
        </p:txBody>
      </p:sp>
      <p:sp>
        <p:nvSpPr>
          <p:cNvPr id="76" name="TextBox 75">
            <a:extLst>
              <a:ext uri="{FF2B5EF4-FFF2-40B4-BE49-F238E27FC236}">
                <a16:creationId xmlns:a16="http://schemas.microsoft.com/office/drawing/2014/main" id="{D0E94B92-1861-15D7-CAE9-ACE4B8355864}"/>
              </a:ext>
            </a:extLst>
          </p:cNvPr>
          <p:cNvSpPr txBox="1"/>
          <p:nvPr/>
        </p:nvSpPr>
        <p:spPr>
          <a:xfrm>
            <a:off x="6247080" y="4467445"/>
            <a:ext cx="4248472" cy="369332"/>
          </a:xfrm>
          <a:prstGeom prst="rect">
            <a:avLst/>
          </a:prstGeom>
          <a:noFill/>
        </p:spPr>
        <p:txBody>
          <a:bodyPr wrap="square">
            <a:spAutoFit/>
          </a:bodyPr>
          <a:lstStyle/>
          <a:p>
            <a:r>
              <a:rPr lang="en-AL"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XGBoost</a:t>
            </a:r>
            <a:r>
              <a:rPr lang="en-GB"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&amp; Rest of Code</a:t>
            </a:r>
            <a:r>
              <a:rPr lang="en-AL"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Streamlit</a:t>
            </a:r>
            <a:r>
              <a:rPr lang="en-GB"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Demo</a:t>
            </a:r>
            <a:r>
              <a:rPr lang="en-AL" dirty="0">
                <a:effectLst/>
                <a:latin typeface="Times New Roman" panose="02020603050405020304" pitchFamily="18" charset="0"/>
                <a:cs typeface="Times New Roman" panose="02020603050405020304" pitchFamily="18" charset="0"/>
              </a:rPr>
              <a:t> </a:t>
            </a:r>
            <a:endParaRPr lang="en-AL" dirty="0">
              <a:latin typeface="Times New Roman" panose="02020603050405020304" pitchFamily="18" charset="0"/>
              <a:cs typeface="Times New Roman" panose="02020603050405020304" pitchFamily="18" charset="0"/>
            </a:endParaRPr>
          </a:p>
        </p:txBody>
      </p:sp>
      <p:sp>
        <p:nvSpPr>
          <p:cNvPr id="78" name="TextBox 77">
            <a:extLst>
              <a:ext uri="{FF2B5EF4-FFF2-40B4-BE49-F238E27FC236}">
                <a16:creationId xmlns:a16="http://schemas.microsoft.com/office/drawing/2014/main" id="{F9BEF753-AB28-6D9C-F734-AEFC852A3FAA}"/>
              </a:ext>
            </a:extLst>
          </p:cNvPr>
          <p:cNvSpPr txBox="1"/>
          <p:nvPr/>
        </p:nvSpPr>
        <p:spPr>
          <a:xfrm>
            <a:off x="5015880" y="5837193"/>
            <a:ext cx="5328592" cy="369332"/>
          </a:xfrm>
          <a:prstGeom prst="rect">
            <a:avLst/>
          </a:prstGeom>
          <a:noFill/>
        </p:spPr>
        <p:txBody>
          <a:bodyPr wrap="square">
            <a:spAutoFit/>
          </a:bodyPr>
          <a:lstStyle/>
          <a:p>
            <a:r>
              <a:rPr lang="en-AL"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Joint Review</a:t>
            </a:r>
            <a:r>
              <a:rPr lang="en-GB"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&amp; </a:t>
            </a:r>
            <a:r>
              <a:rPr lang="en-AL"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a:t>
            </a:r>
            <a:r>
              <a:rPr lang="en-AL"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mprovement of </a:t>
            </a:r>
            <a:r>
              <a:rPr lang="en-AL"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a:t>
            </a:r>
            <a:r>
              <a:rPr lang="en-AL"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ll Components</a:t>
            </a:r>
            <a:r>
              <a:rPr lang="en-AL" dirty="0">
                <a:effectLst/>
                <a:latin typeface="Times New Roman" panose="02020603050405020304" pitchFamily="18" charset="0"/>
                <a:cs typeface="Times New Roman" panose="02020603050405020304" pitchFamily="18" charset="0"/>
              </a:rPr>
              <a:t> </a:t>
            </a:r>
            <a:endParaRPr lang="en-AL"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6912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24509E-BB74-42FE-A9A8-F01572CD040C}"/>
              </a:ext>
            </a:extLst>
          </p:cNvPr>
          <p:cNvSpPr>
            <a:spLocks noGrp="1"/>
          </p:cNvSpPr>
          <p:nvPr>
            <p:ph type="title"/>
          </p:nvPr>
        </p:nvSpPr>
        <p:spPr>
          <a:xfrm>
            <a:off x="548640" y="819237"/>
            <a:ext cx="10805160" cy="707886"/>
          </a:xfrm>
        </p:spPr>
        <p:txBody>
          <a:bodyPr>
            <a:normAutofit fontScale="90000"/>
          </a:bodyPr>
          <a:lstStyle/>
          <a:p>
            <a:r>
              <a:rPr lang="en-AL" sz="3600" kern="0" cap="none" spc="0" dirty="0">
                <a:ln w="22225">
                  <a:solidFill>
                    <a:schemeClr val="accent2"/>
                  </a:solidFill>
                  <a:prstDash val="solid"/>
                </a:ln>
                <a:solidFill>
                  <a:schemeClr val="accent2">
                    <a:lumMod val="40000"/>
                    <a:lumOff val="60000"/>
                  </a:schemeClr>
                </a:solidFill>
                <a:latin typeface="Bodoni 72 Smallcaps Book" pitchFamily="2" charset="0"/>
                <a:ea typeface="Times New Roman" panose="02020603050405020304" pitchFamily="18" charset="0"/>
                <a:cs typeface="Times New Roman" panose="02020603050405020304" pitchFamily="18" charset="0"/>
              </a:rPr>
              <a:t>Problem Formulation – PEAS Framework</a:t>
            </a:r>
            <a:br>
              <a:rPr lang="en-AL"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graphicFrame>
        <p:nvGraphicFramePr>
          <p:cNvPr id="2" name="Table 1">
            <a:extLst>
              <a:ext uri="{FF2B5EF4-FFF2-40B4-BE49-F238E27FC236}">
                <a16:creationId xmlns:a16="http://schemas.microsoft.com/office/drawing/2014/main" id="{B19507FF-8E09-9E2E-88B6-50B87830C4F5}"/>
              </a:ext>
            </a:extLst>
          </p:cNvPr>
          <p:cNvGraphicFramePr>
            <a:graphicFrameLocks noGrp="1"/>
          </p:cNvGraphicFramePr>
          <p:nvPr>
            <p:extLst>
              <p:ext uri="{D42A27DB-BD31-4B8C-83A1-F6EECF244321}">
                <p14:modId xmlns:p14="http://schemas.microsoft.com/office/powerpoint/2010/main" val="500489890"/>
              </p:ext>
            </p:extLst>
          </p:nvPr>
        </p:nvGraphicFramePr>
        <p:xfrm>
          <a:off x="654269" y="2661544"/>
          <a:ext cx="10660740" cy="3470653"/>
        </p:xfrm>
        <a:graphic>
          <a:graphicData uri="http://schemas.openxmlformats.org/drawingml/2006/table">
            <a:tbl>
              <a:tblPr firstRow="1" firstCol="1" bandRow="1">
                <a:tableStyleId>{5DA37D80-6434-44D0-A028-1B22A696006F}</a:tableStyleId>
              </a:tblPr>
              <a:tblGrid>
                <a:gridCol w="2396750">
                  <a:extLst>
                    <a:ext uri="{9D8B030D-6E8A-4147-A177-3AD203B41FA5}">
                      <a16:colId xmlns:a16="http://schemas.microsoft.com/office/drawing/2014/main" val="1237508173"/>
                    </a:ext>
                  </a:extLst>
                </a:gridCol>
                <a:gridCol w="8263990">
                  <a:extLst>
                    <a:ext uri="{9D8B030D-6E8A-4147-A177-3AD203B41FA5}">
                      <a16:colId xmlns:a16="http://schemas.microsoft.com/office/drawing/2014/main" val="1775443936"/>
                    </a:ext>
                  </a:extLst>
                </a:gridCol>
              </a:tblGrid>
              <a:tr h="314660">
                <a:tc>
                  <a:txBody>
                    <a:bodyPr/>
                    <a:lstStyle/>
                    <a:p>
                      <a:r>
                        <a:rPr lang="en-AL" sz="2000" kern="0" dirty="0">
                          <a:solidFill>
                            <a:schemeClr val="accent2"/>
                          </a:solidFill>
                          <a:effectLst/>
                          <a:latin typeface="Times New Roman" panose="02020603050405020304" pitchFamily="18" charset="0"/>
                          <a:cs typeface="Times New Roman" panose="02020603050405020304" pitchFamily="18" charset="0"/>
                        </a:rPr>
                        <a:t>PEAS Component</a:t>
                      </a:r>
                      <a:endParaRPr lang="en-AL" sz="2000" kern="100" dirty="0">
                        <a:solidFill>
                          <a:schemeClr val="accent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44" marR="68544" marT="0" marB="0"/>
                </a:tc>
                <a:tc>
                  <a:txBody>
                    <a:bodyPr/>
                    <a:lstStyle/>
                    <a:p>
                      <a:pPr algn="ctr"/>
                      <a:r>
                        <a:rPr lang="en-AL" sz="2000" kern="0" dirty="0">
                          <a:solidFill>
                            <a:schemeClr val="accent2"/>
                          </a:solidFill>
                          <a:effectLst/>
                          <a:latin typeface="Times New Roman" panose="02020603050405020304" pitchFamily="18" charset="0"/>
                          <a:cs typeface="Times New Roman" panose="02020603050405020304" pitchFamily="18" charset="0"/>
                        </a:rPr>
                        <a:t>Description</a:t>
                      </a:r>
                      <a:endParaRPr lang="en-AL" sz="2000" kern="100" dirty="0">
                        <a:solidFill>
                          <a:schemeClr val="accent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44" marR="68544" marT="0" marB="0"/>
                </a:tc>
                <a:extLst>
                  <a:ext uri="{0D108BD9-81ED-4DB2-BD59-A6C34878D82A}">
                    <a16:rowId xmlns:a16="http://schemas.microsoft.com/office/drawing/2014/main" val="941749460"/>
                  </a:ext>
                </a:extLst>
              </a:tr>
              <a:tr h="901712">
                <a:tc>
                  <a:txBody>
                    <a:bodyPr/>
                    <a:lstStyle/>
                    <a:p>
                      <a:r>
                        <a:rPr lang="en-AL" sz="1600" kern="0">
                          <a:effectLst/>
                          <a:latin typeface="Times New Roman" panose="02020603050405020304" pitchFamily="18" charset="0"/>
                          <a:cs typeface="Times New Roman" panose="02020603050405020304" pitchFamily="18" charset="0"/>
                        </a:rPr>
                        <a:t>Performance Measure</a:t>
                      </a:r>
                      <a:endParaRPr lang="en-AL" sz="1600" kern="100">
                        <a:solidFill>
                          <a:srgbClr val="2F5496"/>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44" marR="68544" marT="0" marB="0"/>
                </a:tc>
                <a:tc>
                  <a:txBody>
                    <a:bodyPr/>
                    <a:lstStyle/>
                    <a:p>
                      <a:pPr algn="just"/>
                      <a:r>
                        <a:rPr lang="en-AL" sz="1600" kern="0">
                          <a:effectLst/>
                          <a:latin typeface="Times New Roman" panose="02020603050405020304" pitchFamily="18" charset="0"/>
                          <a:cs typeface="Times New Roman" panose="02020603050405020304" pitchFamily="18" charset="0"/>
                        </a:rPr>
                        <a:t>The agent is evaluated using Accuracy, Precision, Recall, and F1-score. While accuracy reflects overall correctness, F1-score </a:t>
                      </a:r>
                      <a:r>
                        <a:rPr lang="en-GB" sz="1600" kern="0">
                          <a:effectLst/>
                          <a:latin typeface="Times New Roman" panose="02020603050405020304" pitchFamily="18" charset="0"/>
                          <a:cs typeface="Times New Roman" panose="02020603050405020304" pitchFamily="18" charset="0"/>
                        </a:rPr>
                        <a:t>is </a:t>
                      </a:r>
                      <a:r>
                        <a:rPr lang="en-AL" sz="1600" kern="0">
                          <a:effectLst/>
                          <a:latin typeface="Times New Roman" panose="02020603050405020304" pitchFamily="18" charset="0"/>
                          <a:cs typeface="Times New Roman" panose="02020603050405020304" pitchFamily="18" charset="0"/>
                        </a:rPr>
                        <a:t>prioritized, since failing to identify employees who leave is more costly than incorrectly flagging employees who stay.</a:t>
                      </a:r>
                      <a:endParaRPr lang="en-AL" sz="1600" kern="100">
                        <a:solidFill>
                          <a:srgbClr val="2F5496"/>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44" marR="68544" marT="0" marB="0"/>
                </a:tc>
                <a:extLst>
                  <a:ext uri="{0D108BD9-81ED-4DB2-BD59-A6C34878D82A}">
                    <a16:rowId xmlns:a16="http://schemas.microsoft.com/office/drawing/2014/main" val="1090640149"/>
                  </a:ext>
                </a:extLst>
              </a:tr>
              <a:tr h="751427">
                <a:tc>
                  <a:txBody>
                    <a:bodyPr/>
                    <a:lstStyle/>
                    <a:p>
                      <a:r>
                        <a:rPr lang="en-AL" sz="1600" kern="0">
                          <a:effectLst/>
                          <a:latin typeface="Times New Roman" panose="02020603050405020304" pitchFamily="18" charset="0"/>
                          <a:cs typeface="Times New Roman" panose="02020603050405020304" pitchFamily="18" charset="0"/>
                        </a:rPr>
                        <a:t>Environment</a:t>
                      </a:r>
                      <a:endParaRPr lang="en-AL" sz="1600" kern="100">
                        <a:solidFill>
                          <a:srgbClr val="2F5496"/>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44" marR="68544" marT="0" marB="0"/>
                </a:tc>
                <a:tc>
                  <a:txBody>
                    <a:bodyPr/>
                    <a:lstStyle/>
                    <a:p>
                      <a:pPr algn="just"/>
                      <a:r>
                        <a:rPr lang="en-AL" sz="1600" kern="0">
                          <a:effectLst/>
                          <a:latin typeface="Times New Roman" panose="02020603050405020304" pitchFamily="18" charset="0"/>
                          <a:cs typeface="Times New Roman" panose="02020603050405020304" pitchFamily="18" charset="0"/>
                        </a:rPr>
                        <a:t>The environment consists of a company’s human resources domain, represented by historical employee records with demographic, job, and satisfaction data.</a:t>
                      </a:r>
                      <a:endParaRPr lang="en-AL" sz="1600" kern="100">
                        <a:solidFill>
                          <a:srgbClr val="2F5496"/>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44" marR="68544" marT="0" marB="0"/>
                </a:tc>
                <a:extLst>
                  <a:ext uri="{0D108BD9-81ED-4DB2-BD59-A6C34878D82A}">
                    <a16:rowId xmlns:a16="http://schemas.microsoft.com/office/drawing/2014/main" val="1968851494"/>
                  </a:ext>
                </a:extLst>
              </a:tr>
              <a:tr h="751427">
                <a:tc>
                  <a:txBody>
                    <a:bodyPr/>
                    <a:lstStyle/>
                    <a:p>
                      <a:r>
                        <a:rPr lang="en-AL" sz="1600" kern="0">
                          <a:effectLst/>
                          <a:latin typeface="Times New Roman" panose="02020603050405020304" pitchFamily="18" charset="0"/>
                          <a:cs typeface="Times New Roman" panose="02020603050405020304" pitchFamily="18" charset="0"/>
                        </a:rPr>
                        <a:t>Actuators</a:t>
                      </a:r>
                      <a:endParaRPr lang="en-AL" sz="1600" kern="100">
                        <a:solidFill>
                          <a:srgbClr val="2F5496"/>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44" marR="68544" marT="0" marB="0"/>
                </a:tc>
                <a:tc>
                  <a:txBody>
                    <a:bodyPr/>
                    <a:lstStyle/>
                    <a:p>
                      <a:pPr algn="just"/>
                      <a:r>
                        <a:rPr lang="en-AL" sz="1600" kern="0" dirty="0">
                          <a:effectLst/>
                          <a:latin typeface="Times New Roman" panose="02020603050405020304" pitchFamily="18" charset="0"/>
                          <a:cs typeface="Times New Roman" panose="02020603050405020304" pitchFamily="18" charset="0"/>
                        </a:rPr>
                        <a:t>The agent outputs a binary attrition decision (Leave/Stay) and can modify its behavior through different decision thresholds to support various organizational strategies.</a:t>
                      </a:r>
                      <a:endParaRPr lang="en-AL" sz="1600" kern="100" dirty="0">
                        <a:solidFill>
                          <a:srgbClr val="2F5496"/>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44" marR="68544" marT="0" marB="0"/>
                </a:tc>
                <a:extLst>
                  <a:ext uri="{0D108BD9-81ED-4DB2-BD59-A6C34878D82A}">
                    <a16:rowId xmlns:a16="http://schemas.microsoft.com/office/drawing/2014/main" val="1435120885"/>
                  </a:ext>
                </a:extLst>
              </a:tr>
              <a:tr h="751427">
                <a:tc>
                  <a:txBody>
                    <a:bodyPr/>
                    <a:lstStyle/>
                    <a:p>
                      <a:r>
                        <a:rPr lang="en-AL" sz="1600" kern="0" dirty="0">
                          <a:effectLst/>
                          <a:latin typeface="Times New Roman" panose="02020603050405020304" pitchFamily="18" charset="0"/>
                          <a:cs typeface="Times New Roman" panose="02020603050405020304" pitchFamily="18" charset="0"/>
                        </a:rPr>
                        <a:t>Sensors</a:t>
                      </a:r>
                      <a:endParaRPr lang="en-AL" sz="1600" kern="100" dirty="0">
                        <a:solidFill>
                          <a:srgbClr val="2F5496"/>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44" marR="68544" marT="0" marB="0"/>
                </a:tc>
                <a:tc>
                  <a:txBody>
                    <a:bodyPr/>
                    <a:lstStyle/>
                    <a:p>
                      <a:pPr algn="just"/>
                      <a:r>
                        <a:rPr lang="en-AL" sz="1600" kern="0" dirty="0">
                          <a:effectLst/>
                          <a:latin typeface="Times New Roman" panose="02020603050405020304" pitchFamily="18" charset="0"/>
                          <a:cs typeface="Times New Roman" panose="02020603050405020304" pitchFamily="18" charset="0"/>
                        </a:rPr>
                        <a:t>The agent perceives the environment through employee features obtained from HR records, such as age, department, salary, job satisfaction, working years, and overtime status.</a:t>
                      </a:r>
                      <a:endParaRPr lang="en-AL" sz="1600" kern="100" dirty="0">
                        <a:solidFill>
                          <a:srgbClr val="2F5496"/>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44" marR="68544" marT="0" marB="0"/>
                </a:tc>
                <a:extLst>
                  <a:ext uri="{0D108BD9-81ED-4DB2-BD59-A6C34878D82A}">
                    <a16:rowId xmlns:a16="http://schemas.microsoft.com/office/drawing/2014/main" val="1337641873"/>
                  </a:ext>
                </a:extLst>
              </a:tr>
            </a:tbl>
          </a:graphicData>
        </a:graphic>
      </p:graphicFrame>
      <p:sp>
        <p:nvSpPr>
          <p:cNvPr id="4" name="TextBox 3">
            <a:extLst>
              <a:ext uri="{FF2B5EF4-FFF2-40B4-BE49-F238E27FC236}">
                <a16:creationId xmlns:a16="http://schemas.microsoft.com/office/drawing/2014/main" id="{4F84D888-68D8-2969-6A19-18A2E0DD66D9}"/>
              </a:ext>
            </a:extLst>
          </p:cNvPr>
          <p:cNvSpPr txBox="1"/>
          <p:nvPr/>
        </p:nvSpPr>
        <p:spPr>
          <a:xfrm>
            <a:off x="555021" y="1537800"/>
            <a:ext cx="10805159" cy="923330"/>
          </a:xfrm>
          <a:prstGeom prst="rect">
            <a:avLst/>
          </a:prstGeom>
          <a:noFill/>
        </p:spPr>
        <p:txBody>
          <a:bodyPr wrap="square">
            <a:spAutoFit/>
          </a:bodyPr>
          <a:lstStyle/>
          <a:p>
            <a:pPr algn="just"/>
            <a:r>
              <a:rPr lang="en-AL"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employee attrition prediction problem is modeled as a </a:t>
            </a:r>
            <a:r>
              <a:rPr lang="en-AL" sz="18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task environment for an intelligent agent</a:t>
            </a:r>
            <a:r>
              <a:rPr lang="en-AL"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where the agent observes employee-related information and produces attrition predictions that support human resource decision-making.</a:t>
            </a:r>
            <a:endParaRPr lang="en-AL"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85697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02B9606-F9BC-40CD-9467-6348ACE4102C}"/>
              </a:ext>
              <a:ext uri="{C183D7F6-B498-43B3-948B-1728B52AA6E4}">
                <adec:decorative xmlns:adec="http://schemas.microsoft.com/office/drawing/2017/decorative" val="1"/>
              </a:ext>
            </a:extLst>
          </p:cNvPr>
          <p:cNvSpPr>
            <a:spLocks noGrp="1"/>
          </p:cNvSpPr>
          <p:nvPr>
            <p:ph type="body" sz="quarter" idx="13"/>
          </p:nvPr>
        </p:nvSpPr>
        <p:spPr/>
        <p:txBody>
          <a:bodyPr/>
          <a:lstStyle/>
          <a:p>
            <a:endParaRPr lang="en-US" dirty="0"/>
          </a:p>
        </p:txBody>
      </p:sp>
      <p:sp>
        <p:nvSpPr>
          <p:cNvPr id="15" name="Text Placeholder 14">
            <a:extLst>
              <a:ext uri="{FF2B5EF4-FFF2-40B4-BE49-F238E27FC236}">
                <a16:creationId xmlns:a16="http://schemas.microsoft.com/office/drawing/2014/main" id="{A682397A-D234-4487-8E63-23B79C769633}"/>
              </a:ext>
              <a:ext uri="{C183D7F6-B498-43B3-948B-1728B52AA6E4}">
                <adec:decorative xmlns:adec="http://schemas.microsoft.com/office/drawing/2017/decorative" val="1"/>
              </a:ext>
            </a:extLst>
          </p:cNvPr>
          <p:cNvSpPr>
            <a:spLocks noGrp="1"/>
          </p:cNvSpPr>
          <p:nvPr>
            <p:ph type="body" sz="quarter" idx="22"/>
          </p:nvPr>
        </p:nvSpPr>
        <p:spPr/>
        <p:txBody>
          <a:bodyPr/>
          <a:lstStyle/>
          <a:p>
            <a:endParaRPr lang="en-US" dirty="0"/>
          </a:p>
        </p:txBody>
      </p:sp>
      <p:sp>
        <p:nvSpPr>
          <p:cNvPr id="13" name="Title 12">
            <a:extLst>
              <a:ext uri="{FF2B5EF4-FFF2-40B4-BE49-F238E27FC236}">
                <a16:creationId xmlns:a16="http://schemas.microsoft.com/office/drawing/2014/main" id="{D7199992-58FE-4335-A811-6AFA96B5595D}"/>
              </a:ext>
            </a:extLst>
          </p:cNvPr>
          <p:cNvSpPr>
            <a:spLocks noGrp="1"/>
          </p:cNvSpPr>
          <p:nvPr>
            <p:ph type="title"/>
          </p:nvPr>
        </p:nvSpPr>
        <p:spPr>
          <a:xfrm>
            <a:off x="911424" y="428471"/>
            <a:ext cx="5760640" cy="1080120"/>
          </a:xfrm>
        </p:spPr>
        <p:txBody>
          <a:bodyPr/>
          <a:lstStyle/>
          <a:p>
            <a:r>
              <a:rPr lang="en-US" b="1" u="sng" cap="none" spc="50" dirty="0">
                <a:ln w="0"/>
                <a:solidFill>
                  <a:schemeClr val="bg2"/>
                </a:solidFill>
                <a:effectLst>
                  <a:innerShdw blurRad="63500" dist="50800" dir="13500000">
                    <a:srgbClr val="000000">
                      <a:alpha val="50000"/>
                    </a:srgbClr>
                  </a:innerShdw>
                </a:effectLst>
              </a:rPr>
              <a:t>Model Selection</a:t>
            </a:r>
          </a:p>
        </p:txBody>
      </p:sp>
      <p:sp>
        <p:nvSpPr>
          <p:cNvPr id="16" name="Text Placeholder 15">
            <a:extLst>
              <a:ext uri="{FF2B5EF4-FFF2-40B4-BE49-F238E27FC236}">
                <a16:creationId xmlns:a16="http://schemas.microsoft.com/office/drawing/2014/main" id="{CF8FCB52-DD55-48F6-9F4A-D2A0F6586E95}"/>
              </a:ext>
              <a:ext uri="{C183D7F6-B498-43B3-948B-1728B52AA6E4}">
                <adec:decorative xmlns:adec="http://schemas.microsoft.com/office/drawing/2017/decorative" val="1"/>
              </a:ext>
            </a:extLst>
          </p:cNvPr>
          <p:cNvSpPr>
            <a:spLocks noGrp="1"/>
          </p:cNvSpPr>
          <p:nvPr>
            <p:ph type="body" sz="quarter" idx="23"/>
          </p:nvPr>
        </p:nvSpPr>
        <p:spPr/>
        <p:txBody>
          <a:bodyPr/>
          <a:lstStyle/>
          <a:p>
            <a:endParaRPr lang="en-US" dirty="0"/>
          </a:p>
        </p:txBody>
      </p:sp>
      <p:sp>
        <p:nvSpPr>
          <p:cNvPr id="2" name="TextBox 1">
            <a:extLst>
              <a:ext uri="{FF2B5EF4-FFF2-40B4-BE49-F238E27FC236}">
                <a16:creationId xmlns:a16="http://schemas.microsoft.com/office/drawing/2014/main" id="{92DC57AA-2DAA-6751-F954-D195142EA4EF}"/>
              </a:ext>
            </a:extLst>
          </p:cNvPr>
          <p:cNvSpPr txBox="1"/>
          <p:nvPr/>
        </p:nvSpPr>
        <p:spPr>
          <a:xfrm>
            <a:off x="911424" y="1478863"/>
            <a:ext cx="10513168" cy="1200329"/>
          </a:xfrm>
          <a:prstGeom prst="rect">
            <a:avLst/>
          </a:prstGeom>
          <a:noFill/>
        </p:spPr>
        <p:txBody>
          <a:bodyPr wrap="square" rtlCol="0">
            <a:spAutoFit/>
          </a:bodyPr>
          <a:lstStyle/>
          <a:p>
            <a:pPr algn="just"/>
            <a:r>
              <a:rPr lang="en-AL" sz="1800" dirty="0">
                <a:solidFill>
                  <a:schemeClr val="bg1"/>
                </a:solidFill>
                <a:effectLst/>
                <a:latin typeface="Times New Roman" panose="02020603050405020304" pitchFamily="18" charset="0"/>
                <a:ea typeface="Times New Roman" panose="02020603050405020304" pitchFamily="18" charset="0"/>
              </a:rPr>
              <a:t>This project uses </a:t>
            </a:r>
            <a:r>
              <a:rPr lang="en-AL" sz="1800" b="1" dirty="0">
                <a:solidFill>
                  <a:schemeClr val="bg1"/>
                </a:solidFill>
                <a:effectLst/>
                <a:latin typeface="Times New Roman" panose="02020603050405020304" pitchFamily="18" charset="0"/>
                <a:ea typeface="Times New Roman" panose="02020603050405020304" pitchFamily="18" charset="0"/>
              </a:rPr>
              <a:t>statistical learning models</a:t>
            </a:r>
            <a:r>
              <a:rPr lang="en-AL" sz="1800" dirty="0">
                <a:solidFill>
                  <a:schemeClr val="bg1"/>
                </a:solidFill>
                <a:effectLst/>
                <a:latin typeface="Times New Roman" panose="02020603050405020304" pitchFamily="18" charset="0"/>
                <a:ea typeface="Times New Roman" panose="02020603050405020304" pitchFamily="18" charset="0"/>
              </a:rPr>
              <a:t> because employee attrition prediction involves complex, non-linear relationships between multiple employee attributes that cannot be captured using simple rules or heuristics. Among many possible models, </a:t>
            </a:r>
            <a:r>
              <a:rPr lang="en-GB" sz="1800" dirty="0">
                <a:solidFill>
                  <a:schemeClr val="bg1"/>
                </a:solidFill>
                <a:effectLst/>
                <a:latin typeface="Times New Roman" panose="02020603050405020304" pitchFamily="18" charset="0"/>
                <a:ea typeface="Times New Roman" panose="02020603050405020304" pitchFamily="18" charset="0"/>
              </a:rPr>
              <a:t>we selected </a:t>
            </a:r>
            <a:r>
              <a:rPr lang="en-AL" sz="1800" b="1" dirty="0">
                <a:solidFill>
                  <a:schemeClr val="bg1"/>
                </a:solidFill>
                <a:effectLst/>
                <a:latin typeface="Times New Roman" panose="02020603050405020304" pitchFamily="18" charset="0"/>
                <a:ea typeface="Times New Roman" panose="02020603050405020304" pitchFamily="18" charset="0"/>
              </a:rPr>
              <a:t>Random Forest (RF)</a:t>
            </a:r>
            <a:r>
              <a:rPr lang="en-AL" sz="1800" dirty="0">
                <a:solidFill>
                  <a:schemeClr val="bg1"/>
                </a:solidFill>
                <a:effectLst/>
                <a:latin typeface="Times New Roman" panose="02020603050405020304" pitchFamily="18" charset="0"/>
                <a:ea typeface="Times New Roman" panose="02020603050405020304" pitchFamily="18" charset="0"/>
              </a:rPr>
              <a:t> and </a:t>
            </a:r>
            <a:r>
              <a:rPr lang="en-AL" sz="1800" b="1" dirty="0">
                <a:solidFill>
                  <a:schemeClr val="bg1"/>
                </a:solidFill>
                <a:effectLst/>
                <a:latin typeface="Times New Roman" panose="02020603050405020304" pitchFamily="18" charset="0"/>
                <a:ea typeface="Times New Roman" panose="02020603050405020304" pitchFamily="18" charset="0"/>
              </a:rPr>
              <a:t>XGBoost</a:t>
            </a:r>
            <a:r>
              <a:rPr lang="en-AL" sz="1800" dirty="0">
                <a:solidFill>
                  <a:schemeClr val="bg1"/>
                </a:solidFill>
                <a:effectLst/>
                <a:latin typeface="Times New Roman" panose="02020603050405020304" pitchFamily="18" charset="0"/>
                <a:ea typeface="Times New Roman" panose="02020603050405020304" pitchFamily="18" charset="0"/>
              </a:rPr>
              <a:t> due to their suitability for structured, imbalanced HR data and their strong empirical performance.</a:t>
            </a:r>
          </a:p>
        </p:txBody>
      </p:sp>
      <p:graphicFrame>
        <p:nvGraphicFramePr>
          <p:cNvPr id="3" name="Table 2">
            <a:extLst>
              <a:ext uri="{FF2B5EF4-FFF2-40B4-BE49-F238E27FC236}">
                <a16:creationId xmlns:a16="http://schemas.microsoft.com/office/drawing/2014/main" id="{AE9FE869-8933-B5C8-67AD-D78674E05FB0}"/>
              </a:ext>
            </a:extLst>
          </p:cNvPr>
          <p:cNvGraphicFramePr>
            <a:graphicFrameLocks noGrp="1"/>
          </p:cNvGraphicFramePr>
          <p:nvPr>
            <p:extLst>
              <p:ext uri="{D42A27DB-BD31-4B8C-83A1-F6EECF244321}">
                <p14:modId xmlns:p14="http://schemas.microsoft.com/office/powerpoint/2010/main" val="2916558148"/>
              </p:ext>
            </p:extLst>
          </p:nvPr>
        </p:nvGraphicFramePr>
        <p:xfrm>
          <a:off x="911424" y="2852936"/>
          <a:ext cx="10513168" cy="3312368"/>
        </p:xfrm>
        <a:graphic>
          <a:graphicData uri="http://schemas.openxmlformats.org/drawingml/2006/table">
            <a:tbl>
              <a:tblPr firstRow="1" firstCol="1" bandRow="1">
                <a:tableStyleId>{D7AC3CCA-C797-4891-BE02-D94E43425B78}</a:tableStyleId>
              </a:tblPr>
              <a:tblGrid>
                <a:gridCol w="5256584">
                  <a:extLst>
                    <a:ext uri="{9D8B030D-6E8A-4147-A177-3AD203B41FA5}">
                      <a16:colId xmlns:a16="http://schemas.microsoft.com/office/drawing/2014/main" val="1474209332"/>
                    </a:ext>
                  </a:extLst>
                </a:gridCol>
                <a:gridCol w="5256584">
                  <a:extLst>
                    <a:ext uri="{9D8B030D-6E8A-4147-A177-3AD203B41FA5}">
                      <a16:colId xmlns:a16="http://schemas.microsoft.com/office/drawing/2014/main" val="2148722082"/>
                    </a:ext>
                  </a:extLst>
                </a:gridCol>
              </a:tblGrid>
              <a:tr h="368041">
                <a:tc>
                  <a:txBody>
                    <a:bodyPr/>
                    <a:lstStyle/>
                    <a:p>
                      <a:pPr algn="l">
                        <a:spcBef>
                          <a:spcPts val="200"/>
                        </a:spcBef>
                      </a:pPr>
                      <a:r>
                        <a:rPr lang="en-AL" sz="2000" b="1" kern="0" dirty="0">
                          <a:solidFill>
                            <a:schemeClr val="accent1"/>
                          </a:solidFill>
                          <a:effectLst/>
                          <a:latin typeface="Times New Roman" panose="02020603050405020304" pitchFamily="18" charset="0"/>
                          <a:cs typeface="Times New Roman" panose="02020603050405020304" pitchFamily="18" charset="0"/>
                        </a:rPr>
                        <a:t>Random Forest (RF)</a:t>
                      </a:r>
                      <a:endParaRPr lang="en-AL" sz="2000" b="1" i="1" kern="1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200"/>
                        </a:spcBef>
                      </a:pPr>
                      <a:r>
                        <a:rPr lang="en-AL" sz="2000" b="1" kern="0" dirty="0">
                          <a:solidFill>
                            <a:schemeClr val="accent1"/>
                          </a:solidFill>
                          <a:effectLst/>
                          <a:latin typeface="Times New Roman" panose="02020603050405020304" pitchFamily="18" charset="0"/>
                          <a:cs typeface="Times New Roman" panose="02020603050405020304" pitchFamily="18" charset="0"/>
                        </a:rPr>
                        <a:t>XGBoost</a:t>
                      </a:r>
                      <a:endParaRPr lang="en-AL" sz="2000" b="1" i="1" kern="1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90111894"/>
                  </a:ext>
                </a:extLst>
              </a:tr>
              <a:tr h="2944327">
                <a:tc>
                  <a:txBody>
                    <a:bodyPr/>
                    <a:lstStyle/>
                    <a:p>
                      <a:pPr marL="285750" indent="-285750">
                        <a:buClr>
                          <a:schemeClr val="tx2"/>
                        </a:buClr>
                        <a:buFont typeface="Arial" panose="020B0604020202020204" pitchFamily="34" charset="0"/>
                        <a:buChar char="•"/>
                      </a:pPr>
                      <a:r>
                        <a:rPr lang="en-GB" sz="1600" b="1" dirty="0">
                          <a:solidFill>
                            <a:schemeClr val="accent1"/>
                          </a:solidFill>
                          <a:latin typeface="Times New Roman" panose="02020603050405020304" pitchFamily="18" charset="0"/>
                          <a:cs typeface="Times New Roman" panose="02020603050405020304" pitchFamily="18" charset="0"/>
                        </a:rPr>
                        <a:t>Ensemble approach: </a:t>
                      </a:r>
                      <a:r>
                        <a:rPr lang="en-GB" sz="1600" b="0" dirty="0">
                          <a:latin typeface="Times New Roman" panose="02020603050405020304" pitchFamily="18" charset="0"/>
                          <a:cs typeface="Times New Roman" panose="02020603050405020304" pitchFamily="18" charset="0"/>
                        </a:rPr>
                        <a:t>Combines multiple decision trees to reduce overfitting and improve generalization.</a:t>
                      </a:r>
                    </a:p>
                    <a:p>
                      <a:pPr marL="285750" indent="-285750">
                        <a:buClr>
                          <a:schemeClr val="tx2"/>
                        </a:buClr>
                        <a:buFont typeface="Arial" panose="020B0604020202020204" pitchFamily="34" charset="0"/>
                        <a:buChar char="•"/>
                      </a:pPr>
                      <a:r>
                        <a:rPr lang="en-GB" sz="1600" b="1" dirty="0">
                          <a:solidFill>
                            <a:schemeClr val="accent1"/>
                          </a:solidFill>
                          <a:latin typeface="Times New Roman" panose="02020603050405020304" pitchFamily="18" charset="0"/>
                          <a:cs typeface="Times New Roman" panose="02020603050405020304" pitchFamily="18" charset="0"/>
                        </a:rPr>
                        <a:t>Handles mixed features: </a:t>
                      </a:r>
                      <a:r>
                        <a:rPr lang="en-GB" sz="1600" b="0" dirty="0">
                          <a:latin typeface="Times New Roman" panose="02020603050405020304" pitchFamily="18" charset="0"/>
                          <a:cs typeface="Times New Roman" panose="02020603050405020304" pitchFamily="18" charset="0"/>
                        </a:rPr>
                        <a:t>Works well with both categorical and numerical employee data.</a:t>
                      </a:r>
                    </a:p>
                    <a:p>
                      <a:pPr marL="285750" indent="-285750">
                        <a:buClr>
                          <a:schemeClr val="tx2"/>
                        </a:buClr>
                        <a:buFont typeface="Arial" panose="020B0604020202020204" pitchFamily="34" charset="0"/>
                        <a:buChar char="•"/>
                      </a:pPr>
                      <a:r>
                        <a:rPr lang="en-GB" sz="1600" b="1" dirty="0">
                          <a:solidFill>
                            <a:schemeClr val="accent1"/>
                          </a:solidFill>
                          <a:latin typeface="Times New Roman" panose="02020603050405020304" pitchFamily="18" charset="0"/>
                          <a:cs typeface="Times New Roman" panose="02020603050405020304" pitchFamily="18" charset="0"/>
                        </a:rPr>
                        <a:t>Captures non-linear patterns: </a:t>
                      </a:r>
                      <a:r>
                        <a:rPr lang="en-GB" sz="1600" b="0" dirty="0">
                          <a:latin typeface="Times New Roman" panose="02020603050405020304" pitchFamily="18" charset="0"/>
                          <a:cs typeface="Times New Roman" panose="02020603050405020304" pitchFamily="18" charset="0"/>
                        </a:rPr>
                        <a:t>Models complex relationships between employee characteristics and attrition.</a:t>
                      </a:r>
                    </a:p>
                    <a:p>
                      <a:pPr marL="285750" indent="-285750">
                        <a:buClr>
                          <a:schemeClr val="tx2"/>
                        </a:buClr>
                        <a:buFont typeface="Arial" panose="020B0604020202020204" pitchFamily="34" charset="0"/>
                        <a:buChar char="•"/>
                      </a:pPr>
                      <a:r>
                        <a:rPr lang="en-GB" sz="1600" b="1" dirty="0">
                          <a:solidFill>
                            <a:schemeClr val="accent1"/>
                          </a:solidFill>
                          <a:latin typeface="Times New Roman" panose="02020603050405020304" pitchFamily="18" charset="0"/>
                          <a:cs typeface="Times New Roman" panose="02020603050405020304" pitchFamily="18" charset="0"/>
                        </a:rPr>
                        <a:t>More stable than a single tree: </a:t>
                      </a:r>
                      <a:r>
                        <a:rPr lang="en-GB" sz="1600" b="0" dirty="0">
                          <a:latin typeface="Times New Roman" panose="02020603050405020304" pitchFamily="18" charset="0"/>
                          <a:cs typeface="Times New Roman" panose="02020603050405020304" pitchFamily="18" charset="0"/>
                        </a:rPr>
                        <a:t>Less sensitive to noise and data variations.</a:t>
                      </a:r>
                    </a:p>
                    <a:p>
                      <a:pPr marL="285750" indent="-285750">
                        <a:buClr>
                          <a:schemeClr val="tx2"/>
                        </a:buClr>
                        <a:buFont typeface="Arial" panose="020B0604020202020204" pitchFamily="34" charset="0"/>
                        <a:buChar char="•"/>
                      </a:pPr>
                      <a:r>
                        <a:rPr lang="en-GB" sz="1600" b="1" dirty="0">
                          <a:solidFill>
                            <a:schemeClr val="accent1"/>
                          </a:solidFill>
                          <a:latin typeface="Times New Roman" panose="02020603050405020304" pitchFamily="18" charset="0"/>
                          <a:cs typeface="Times New Roman" panose="02020603050405020304" pitchFamily="18" charset="0"/>
                        </a:rPr>
                        <a:t>More expressive than linear models: </a:t>
                      </a:r>
                      <a:r>
                        <a:rPr lang="en-GB" sz="1600" b="0" dirty="0">
                          <a:latin typeface="Times New Roman" panose="02020603050405020304" pitchFamily="18" charset="0"/>
                          <a:cs typeface="Times New Roman" panose="02020603050405020304" pitchFamily="18" charset="0"/>
                        </a:rPr>
                        <a:t>Unlike Logistic Regression, it does not rely on strong linear assumptions.</a:t>
                      </a:r>
                    </a:p>
                  </a:txBody>
                  <a:tcPr marL="68580" marR="68580" marT="0" marB="0"/>
                </a:tc>
                <a:tc>
                  <a:txBody>
                    <a:bodyPr/>
                    <a:lstStyle/>
                    <a:p>
                      <a:pPr marL="285750" indent="-285750">
                        <a:buFont typeface="Arial" panose="020B0604020202020204" pitchFamily="34" charset="0"/>
                        <a:buChar char="•"/>
                      </a:pPr>
                      <a:r>
                        <a:rPr lang="en-GB" sz="1600" b="1" dirty="0">
                          <a:solidFill>
                            <a:schemeClr val="accent1"/>
                          </a:solidFill>
                          <a:latin typeface="Times New Roman" panose="02020603050405020304" pitchFamily="18" charset="0"/>
                          <a:cs typeface="Times New Roman" panose="02020603050405020304" pitchFamily="18" charset="0"/>
                        </a:rPr>
                        <a:t>Boosting approach:</a:t>
                      </a:r>
                      <a:r>
                        <a:rPr lang="en-GB" sz="1600" dirty="0">
                          <a:solidFill>
                            <a:schemeClr val="accent1"/>
                          </a:solidFill>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Iteratively improves performance by focusing on previously misclassified cases.</a:t>
                      </a:r>
                    </a:p>
                    <a:p>
                      <a:pPr marL="285750" indent="-285750">
                        <a:buFont typeface="Arial" panose="020B0604020202020204" pitchFamily="34" charset="0"/>
                        <a:buChar char="•"/>
                      </a:pPr>
                      <a:r>
                        <a:rPr lang="en-GB" sz="1600" b="1" dirty="0">
                          <a:solidFill>
                            <a:schemeClr val="accent1"/>
                          </a:solidFill>
                          <a:latin typeface="Times New Roman" panose="02020603050405020304" pitchFamily="18" charset="0"/>
                          <a:cs typeface="Times New Roman" panose="02020603050405020304" pitchFamily="18" charset="0"/>
                        </a:rPr>
                        <a:t>Effective for imbalanced data:</a:t>
                      </a:r>
                      <a:r>
                        <a:rPr lang="en-GB" sz="1600" dirty="0">
                          <a:solidFill>
                            <a:schemeClr val="accent1"/>
                          </a:solidFill>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Prioritizes difficult samples, including minority-class employees.</a:t>
                      </a:r>
                    </a:p>
                    <a:p>
                      <a:pPr marL="285750" indent="-285750">
                        <a:buFont typeface="Arial" panose="020B0604020202020204" pitchFamily="34" charset="0"/>
                        <a:buChar char="•"/>
                      </a:pPr>
                      <a:r>
                        <a:rPr lang="en-GB" sz="1600" b="1" dirty="0">
                          <a:solidFill>
                            <a:schemeClr val="accent1"/>
                          </a:solidFill>
                          <a:latin typeface="Times New Roman" panose="02020603050405020304" pitchFamily="18" charset="0"/>
                          <a:cs typeface="Times New Roman" panose="02020603050405020304" pitchFamily="18" charset="0"/>
                        </a:rPr>
                        <a:t>Regularization support:</a:t>
                      </a:r>
                      <a:r>
                        <a:rPr lang="en-GB" sz="1600" dirty="0">
                          <a:solidFill>
                            <a:schemeClr val="accent1"/>
                          </a:solidFill>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Controls model complexity and reduces overfitting.</a:t>
                      </a:r>
                    </a:p>
                    <a:p>
                      <a:pPr marL="285750" indent="-285750">
                        <a:buFont typeface="Arial" panose="020B0604020202020204" pitchFamily="34" charset="0"/>
                        <a:buChar char="•"/>
                      </a:pPr>
                      <a:r>
                        <a:rPr lang="en-GB" sz="1600" b="1" dirty="0">
                          <a:solidFill>
                            <a:schemeClr val="accent1"/>
                          </a:solidFill>
                          <a:latin typeface="Times New Roman" panose="02020603050405020304" pitchFamily="18" charset="0"/>
                          <a:cs typeface="Times New Roman" panose="02020603050405020304" pitchFamily="18" charset="0"/>
                        </a:rPr>
                        <a:t>Stronger than Random Forest:</a:t>
                      </a:r>
                      <a:r>
                        <a:rPr lang="en-GB" sz="1600" dirty="0">
                          <a:solidFill>
                            <a:schemeClr val="accent1"/>
                          </a:solidFill>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Sequential learning often leads to higher predictive performance.</a:t>
                      </a:r>
                    </a:p>
                    <a:p>
                      <a:pPr marL="285750" indent="-285750">
                        <a:buFont typeface="Arial" panose="020B0604020202020204" pitchFamily="34" charset="0"/>
                        <a:buChar char="•"/>
                      </a:pPr>
                      <a:r>
                        <a:rPr lang="en-GB" sz="1600" b="1" dirty="0">
                          <a:solidFill>
                            <a:schemeClr val="accent1"/>
                          </a:solidFill>
                          <a:latin typeface="Times New Roman" panose="02020603050405020304" pitchFamily="18" charset="0"/>
                          <a:cs typeface="Times New Roman" panose="02020603050405020304" pitchFamily="18" charset="0"/>
                        </a:rPr>
                        <a:t>Efficient and scalable:</a:t>
                      </a:r>
                      <a:r>
                        <a:rPr lang="en-GB" sz="1600" dirty="0">
                          <a:solidFill>
                            <a:schemeClr val="accent1"/>
                          </a:solidFill>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Learns efficiently on large, structured datasets.</a:t>
                      </a:r>
                    </a:p>
                  </a:txBody>
                  <a:tcPr marL="68580" marR="68580" marT="0" marB="0"/>
                </a:tc>
                <a:extLst>
                  <a:ext uri="{0D108BD9-81ED-4DB2-BD59-A6C34878D82A}">
                    <a16:rowId xmlns:a16="http://schemas.microsoft.com/office/drawing/2014/main" val="489938702"/>
                  </a:ext>
                </a:extLst>
              </a:tr>
            </a:tbl>
          </a:graphicData>
        </a:graphic>
      </p:graphicFrame>
    </p:spTree>
    <p:extLst>
      <p:ext uri="{BB962C8B-B14F-4D97-AF65-F5344CB8AC3E}">
        <p14:creationId xmlns:p14="http://schemas.microsoft.com/office/powerpoint/2010/main" val="3069052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2">
            <a:extLst>
              <a:ext uri="{FF2B5EF4-FFF2-40B4-BE49-F238E27FC236}">
                <a16:creationId xmlns:a16="http://schemas.microsoft.com/office/drawing/2014/main" id="{556610ED-3E2D-4E6A-ABD0-150F203E6B46}"/>
              </a:ext>
            </a:extLst>
          </p:cNvPr>
          <p:cNvSpPr>
            <a:spLocks noGrp="1"/>
          </p:cNvSpPr>
          <p:nvPr>
            <p:ph sz="quarter" idx="13"/>
          </p:nvPr>
        </p:nvSpPr>
        <p:spPr>
          <a:xfrm>
            <a:off x="548640" y="2264056"/>
            <a:ext cx="10288693" cy="3925051"/>
          </a:xfrm>
        </p:spPr>
        <p:txBody>
          <a:bodyPr/>
          <a:lstStyle/>
          <a:p>
            <a:pPr algn="just"/>
            <a:r>
              <a:rPr lang="en-AL" sz="1800" dirty="0">
                <a:solidFill>
                  <a:srgbClr val="000000"/>
                </a:solidFill>
                <a:effectLst/>
                <a:latin typeface="Times New Roman" panose="02020603050405020304" pitchFamily="18" charset="0"/>
                <a:ea typeface="Times New Roman" panose="02020603050405020304" pitchFamily="18" charset="0"/>
              </a:rPr>
              <a:t>The intelligent agent was implemented as a structured machine learning pipeline.</a:t>
            </a:r>
            <a:endParaRPr lang="en-AL" sz="1800" dirty="0">
              <a:effectLst/>
              <a:latin typeface="Times New Roman" panose="02020603050405020304" pitchFamily="18" charset="0"/>
              <a:ea typeface="Times New Roman" panose="02020603050405020304" pitchFamily="18" charset="0"/>
            </a:endParaRPr>
          </a:p>
          <a:p>
            <a:pPr algn="just"/>
            <a:r>
              <a:rPr lang="en-AL" sz="1800" dirty="0">
                <a:solidFill>
                  <a:srgbClr val="000000"/>
                </a:solidFill>
                <a:effectLst/>
                <a:latin typeface="Times New Roman" panose="02020603050405020304" pitchFamily="18" charset="0"/>
                <a:ea typeface="Times New Roman" panose="02020603050405020304" pitchFamily="18" charset="0"/>
              </a:rPr>
              <a:t> </a:t>
            </a:r>
            <a:r>
              <a:rPr lang="en-AL" sz="1800" b="1" dirty="0">
                <a:solidFill>
                  <a:srgbClr val="000000"/>
                </a:solidFill>
                <a:effectLst/>
                <a:latin typeface="Times New Roman" panose="02020603050405020304" pitchFamily="18" charset="0"/>
                <a:ea typeface="Times New Roman" panose="02020603050405020304" pitchFamily="18" charset="0"/>
              </a:rPr>
              <a:t>Preprocessing</a:t>
            </a:r>
            <a:r>
              <a:rPr lang="en-AL" sz="1800" dirty="0">
                <a:solidFill>
                  <a:srgbClr val="000000"/>
                </a:solidFill>
                <a:effectLst/>
                <a:latin typeface="Times New Roman" panose="02020603050405020304" pitchFamily="18" charset="0"/>
                <a:ea typeface="Times New Roman" panose="02020603050405020304" pitchFamily="18" charset="0"/>
              </a:rPr>
              <a:t> included </a:t>
            </a:r>
            <a:r>
              <a:rPr lang="en-GB" sz="1800" dirty="0">
                <a:solidFill>
                  <a:srgbClr val="000000"/>
                </a:solidFill>
                <a:effectLst/>
                <a:latin typeface="Times New Roman" panose="02020603050405020304" pitchFamily="18" charset="0"/>
                <a:ea typeface="Times New Roman" panose="02020603050405020304" pitchFamily="18" charset="0"/>
              </a:rPr>
              <a:t>:</a:t>
            </a:r>
            <a:endParaRPr lang="en-AL" sz="1800" dirty="0">
              <a:effectLst/>
              <a:latin typeface="Times New Roman" panose="02020603050405020304" pitchFamily="18" charset="0"/>
              <a:ea typeface="Times New Roman" panose="02020603050405020304" pitchFamily="18" charset="0"/>
            </a:endParaRPr>
          </a:p>
          <a:p>
            <a:pPr algn="just"/>
            <a:endParaRPr lang="en-AL" sz="1800" dirty="0">
              <a:solidFill>
                <a:srgbClr val="000000"/>
              </a:solidFill>
              <a:effectLst/>
              <a:latin typeface="Times New Roman" panose="02020603050405020304" pitchFamily="18" charset="0"/>
              <a:ea typeface="Times New Roman" panose="02020603050405020304" pitchFamily="18" charset="0"/>
            </a:endParaRPr>
          </a:p>
          <a:p>
            <a:pPr algn="just"/>
            <a:endParaRPr lang="en-AL" sz="1800" dirty="0">
              <a:solidFill>
                <a:srgbClr val="000000"/>
              </a:solidFill>
              <a:effectLst/>
              <a:latin typeface="Times New Roman" panose="02020603050405020304" pitchFamily="18" charset="0"/>
              <a:ea typeface="Times New Roman" panose="02020603050405020304" pitchFamily="18" charset="0"/>
            </a:endParaRPr>
          </a:p>
          <a:p>
            <a:pPr algn="just"/>
            <a:r>
              <a:rPr lang="en-AL" sz="1800" dirty="0">
                <a:solidFill>
                  <a:srgbClr val="000000"/>
                </a:solidFill>
                <a:effectLst/>
                <a:latin typeface="Times New Roman" panose="02020603050405020304" pitchFamily="18" charset="0"/>
                <a:ea typeface="Times New Roman" panose="02020603050405020304" pitchFamily="18" charset="0"/>
              </a:rPr>
              <a:t>After preprocessing, </a:t>
            </a:r>
            <a:r>
              <a:rPr lang="en-AL" sz="1800" b="1" dirty="0">
                <a:solidFill>
                  <a:srgbClr val="000000"/>
                </a:solidFill>
                <a:effectLst/>
                <a:latin typeface="Times New Roman" panose="02020603050405020304" pitchFamily="18" charset="0"/>
                <a:ea typeface="Times New Roman" panose="02020603050405020304" pitchFamily="18" charset="0"/>
              </a:rPr>
              <a:t>Random Forest</a:t>
            </a:r>
            <a:r>
              <a:rPr lang="en-AL" sz="1800" dirty="0">
                <a:solidFill>
                  <a:srgbClr val="000000"/>
                </a:solidFill>
                <a:effectLst/>
                <a:latin typeface="Times New Roman" panose="02020603050405020304" pitchFamily="18" charset="0"/>
                <a:ea typeface="Times New Roman" panose="02020603050405020304" pitchFamily="18" charset="0"/>
              </a:rPr>
              <a:t> and </a:t>
            </a:r>
            <a:r>
              <a:rPr lang="en-AL" sz="1800" b="1" dirty="0">
                <a:solidFill>
                  <a:srgbClr val="000000"/>
                </a:solidFill>
                <a:effectLst/>
                <a:latin typeface="Times New Roman" panose="02020603050405020304" pitchFamily="18" charset="0"/>
                <a:ea typeface="Times New Roman" panose="02020603050405020304" pitchFamily="18" charset="0"/>
              </a:rPr>
              <a:t>XGBoost</a:t>
            </a:r>
            <a:r>
              <a:rPr lang="en-AL" sz="1800" dirty="0">
                <a:solidFill>
                  <a:srgbClr val="000000"/>
                </a:solidFill>
                <a:effectLst/>
                <a:latin typeface="Times New Roman" panose="02020603050405020304" pitchFamily="18" charset="0"/>
                <a:ea typeface="Times New Roman" panose="02020603050405020304" pitchFamily="18" charset="0"/>
              </a:rPr>
              <a:t> models were trained on the balanced training data. For each model, </a:t>
            </a:r>
            <a:r>
              <a:rPr lang="en-AL" sz="1800" b="1" dirty="0">
                <a:solidFill>
                  <a:srgbClr val="000000"/>
                </a:solidFill>
                <a:effectLst/>
                <a:latin typeface="Times New Roman" panose="02020603050405020304" pitchFamily="18" charset="0"/>
                <a:ea typeface="Times New Roman" panose="02020603050405020304" pitchFamily="18" charset="0"/>
              </a:rPr>
              <a:t>hyperparameter tuning</a:t>
            </a:r>
            <a:r>
              <a:rPr lang="en-AL" sz="1800" dirty="0">
                <a:solidFill>
                  <a:srgbClr val="000000"/>
                </a:solidFill>
                <a:effectLst/>
                <a:latin typeface="Times New Roman" panose="02020603050405020304" pitchFamily="18" charset="0"/>
                <a:ea typeface="Times New Roman" panose="02020603050405020304" pitchFamily="18" charset="0"/>
              </a:rPr>
              <a:t> was performed by evaluating </a:t>
            </a:r>
            <a:r>
              <a:rPr lang="en-AL" sz="1800" dirty="0">
                <a:solidFill>
                  <a:srgbClr val="000000"/>
                </a:solidFill>
                <a:latin typeface="Times New Roman" panose="02020603050405020304" pitchFamily="18" charset="0"/>
                <a:ea typeface="Times New Roman" panose="02020603050405020304" pitchFamily="18" charset="0"/>
              </a:rPr>
              <a:t>various</a:t>
            </a:r>
            <a:r>
              <a:rPr lang="en-AL" sz="1800" dirty="0">
                <a:solidFill>
                  <a:srgbClr val="000000"/>
                </a:solidFill>
                <a:effectLst/>
                <a:latin typeface="Times New Roman" panose="02020603050405020304" pitchFamily="18" charset="0"/>
                <a:ea typeface="Times New Roman" panose="02020603050405020304" pitchFamily="18" charset="0"/>
              </a:rPr>
              <a:t> configurations to balance performance and computational cost. Model evaluation was conducted using accuracy, precision, recall, and F1-score, with emphasis on the attrition class.</a:t>
            </a:r>
            <a:endParaRPr lang="en-AL" sz="1800" dirty="0">
              <a:effectLst/>
              <a:latin typeface="Times New Roman" panose="02020603050405020304" pitchFamily="18" charset="0"/>
              <a:ea typeface="Times New Roman" panose="02020603050405020304" pitchFamily="18" charset="0"/>
            </a:endParaRPr>
          </a:p>
          <a:p>
            <a:pPr algn="l"/>
            <a:r>
              <a:rPr lang="en-AL" sz="1800" dirty="0">
                <a:solidFill>
                  <a:srgbClr val="000000"/>
                </a:solidFill>
                <a:effectLst/>
                <a:latin typeface="Times New Roman" panose="02020603050405020304" pitchFamily="18" charset="0"/>
                <a:ea typeface="Times New Roman" panose="02020603050405020304" pitchFamily="18" charset="0"/>
              </a:rPr>
              <a:t>The </a:t>
            </a:r>
            <a:r>
              <a:rPr lang="en-GB" sz="1800" dirty="0">
                <a:solidFill>
                  <a:srgbClr val="000000"/>
                </a:solidFill>
                <a:effectLst/>
                <a:latin typeface="Times New Roman" panose="02020603050405020304" pitchFamily="18" charset="0"/>
                <a:ea typeface="Times New Roman" panose="02020603050405020304" pitchFamily="18" charset="0"/>
              </a:rPr>
              <a:t>final </a:t>
            </a:r>
            <a:r>
              <a:rPr lang="en-AL" sz="1800" dirty="0">
                <a:solidFill>
                  <a:srgbClr val="000000"/>
                </a:solidFill>
                <a:effectLst/>
                <a:latin typeface="Times New Roman" panose="02020603050405020304" pitchFamily="18" charset="0"/>
                <a:ea typeface="Times New Roman" panose="02020603050405020304" pitchFamily="18" charset="0"/>
              </a:rPr>
              <a:t>model </a:t>
            </a:r>
            <a:r>
              <a:rPr lang="en-GB" sz="1800" dirty="0">
                <a:solidFill>
                  <a:srgbClr val="000000"/>
                </a:solidFill>
                <a:effectLst/>
                <a:latin typeface="Times New Roman" panose="02020603050405020304" pitchFamily="18" charset="0"/>
                <a:ea typeface="Times New Roman" panose="02020603050405020304" pitchFamily="18" charset="0"/>
              </a:rPr>
              <a:t>also </a:t>
            </a:r>
            <a:r>
              <a:rPr lang="en-AL" sz="1800" dirty="0">
                <a:solidFill>
                  <a:srgbClr val="000000"/>
                </a:solidFill>
                <a:effectLst/>
                <a:latin typeface="Times New Roman" panose="02020603050405020304" pitchFamily="18" charset="0"/>
                <a:ea typeface="Times New Roman" panose="02020603050405020304" pitchFamily="18" charset="0"/>
              </a:rPr>
              <a:t>supports </a:t>
            </a:r>
            <a:r>
              <a:rPr lang="en-AL" sz="1800" b="1" dirty="0">
                <a:solidFill>
                  <a:srgbClr val="000000"/>
                </a:solidFill>
                <a:effectLst/>
                <a:latin typeface="Times New Roman" panose="02020603050405020304" pitchFamily="18" charset="0"/>
                <a:ea typeface="Times New Roman" panose="02020603050405020304" pitchFamily="18" charset="0"/>
              </a:rPr>
              <a:t>adjustable decision thresholds</a:t>
            </a:r>
            <a:r>
              <a:rPr lang="en-AL" sz="1800" dirty="0">
                <a:solidFill>
                  <a:srgbClr val="000000"/>
                </a:solidFill>
                <a:effectLst/>
                <a:latin typeface="Times New Roman" panose="02020603050405020304" pitchFamily="18" charset="0"/>
                <a:ea typeface="Times New Roman" panose="02020603050405020304" pitchFamily="18" charset="0"/>
              </a:rPr>
              <a:t>, </a:t>
            </a:r>
            <a:r>
              <a:rPr lang="en-AL" sz="1800" b="1" dirty="0">
                <a:solidFill>
                  <a:srgbClr val="000000"/>
                </a:solidFill>
                <a:effectLst/>
                <a:latin typeface="Times New Roman" panose="02020603050405020304" pitchFamily="18" charset="0"/>
                <a:ea typeface="Times New Roman" panose="02020603050405020304" pitchFamily="18" charset="0"/>
              </a:rPr>
              <a:t>feature importance analysis</a:t>
            </a:r>
            <a:r>
              <a:rPr lang="en-GB" sz="1800" dirty="0">
                <a:solidFill>
                  <a:srgbClr val="000000"/>
                </a:solidFill>
                <a:effectLst/>
                <a:latin typeface="Times New Roman" panose="02020603050405020304" pitchFamily="18" charset="0"/>
                <a:ea typeface="Times New Roman" panose="02020603050405020304" pitchFamily="18" charset="0"/>
              </a:rPr>
              <a:t>. </a:t>
            </a:r>
            <a:endParaRPr lang="en-AL" sz="1800" dirty="0">
              <a:effectLst/>
              <a:latin typeface="Times New Roman" panose="02020603050405020304" pitchFamily="18" charset="0"/>
              <a:ea typeface="Times New Roman" panose="02020603050405020304" pitchFamily="18" charset="0"/>
            </a:endParaRPr>
          </a:p>
          <a:p>
            <a:pPr algn="just"/>
            <a:r>
              <a:rPr lang="en-AL" sz="1800" dirty="0">
                <a:solidFill>
                  <a:srgbClr val="000000"/>
                </a:solidFill>
                <a:effectLst/>
                <a:latin typeface="Times New Roman" panose="02020603050405020304" pitchFamily="18" charset="0"/>
                <a:ea typeface="Times New Roman" panose="02020603050405020304" pitchFamily="18" charset="0"/>
              </a:rPr>
              <a:t>The intelligent agent was demonstrated through an</a:t>
            </a:r>
            <a:r>
              <a:rPr lang="en-AL" sz="1800" dirty="0">
                <a:effectLst/>
                <a:latin typeface="Times New Roman" panose="02020603050405020304" pitchFamily="18" charset="0"/>
                <a:ea typeface="Times New Roman" panose="02020603050405020304" pitchFamily="18" charset="0"/>
              </a:rPr>
              <a:t> </a:t>
            </a:r>
            <a:r>
              <a:rPr lang="en-AL" sz="1800" b="1" dirty="0">
                <a:effectLst/>
                <a:latin typeface="Times New Roman" panose="02020603050405020304" pitchFamily="18" charset="0"/>
                <a:ea typeface="Times New Roman" panose="02020603050405020304" pitchFamily="18" charset="0"/>
              </a:rPr>
              <a:t>interactive Streamlit web application</a:t>
            </a:r>
            <a:r>
              <a:rPr lang="en-AL" sz="1800" dirty="0">
                <a:solidFill>
                  <a:srgbClr val="000000"/>
                </a:solidFill>
                <a:effectLst/>
                <a:latin typeface="Times New Roman" panose="02020603050405020304" pitchFamily="18" charset="0"/>
                <a:ea typeface="Times New Roman" panose="02020603050405020304" pitchFamily="18" charset="0"/>
              </a:rPr>
              <a:t>, deployed at: </a:t>
            </a:r>
            <a:r>
              <a:rPr lang="en-GB" sz="1800" b="0" u="sng" dirty="0">
                <a:solidFill>
                  <a:srgbClr val="000000"/>
                </a:solidFill>
                <a:effectLst/>
                <a:latin typeface="Times New Roman" panose="02020603050405020304" pitchFamily="18" charset="0"/>
                <a:ea typeface="Times New Roman" panose="02020603050405020304" pitchFamily="18" charset="0"/>
                <a:hlinkClick r:id="rId3"/>
              </a:rPr>
              <a:t>https://employeeattritionai.streamlit.app</a:t>
            </a:r>
            <a:r>
              <a:rPr lang="en-GB" sz="1800" b="0" u="sng" dirty="0">
                <a:solidFill>
                  <a:srgbClr val="000000"/>
                </a:solidFill>
                <a:effectLst/>
                <a:latin typeface="Times New Roman" panose="02020603050405020304" pitchFamily="18" charset="0"/>
                <a:ea typeface="Times New Roman" panose="02020603050405020304" pitchFamily="18" charset="0"/>
              </a:rPr>
              <a:t> </a:t>
            </a:r>
            <a:endParaRPr lang="en-AL" sz="1800" dirty="0">
              <a:effectLst/>
              <a:latin typeface="Times New Roman" panose="02020603050405020304" pitchFamily="18" charset="0"/>
              <a:ea typeface="Times New Roman" panose="02020603050405020304" pitchFamily="18" charset="0"/>
            </a:endParaRPr>
          </a:p>
        </p:txBody>
      </p:sp>
      <p:sp>
        <p:nvSpPr>
          <p:cNvPr id="2" name="Text Placeholder 1">
            <a:extLst>
              <a:ext uri="{FF2B5EF4-FFF2-40B4-BE49-F238E27FC236}">
                <a16:creationId xmlns:a16="http://schemas.microsoft.com/office/drawing/2014/main" id="{E4C965B6-7E38-4D37-8DC4-198F7E2181D5}"/>
              </a:ext>
            </a:extLst>
          </p:cNvPr>
          <p:cNvSpPr>
            <a:spLocks noGrp="1"/>
          </p:cNvSpPr>
          <p:nvPr>
            <p:ph type="body" sz="quarter" idx="16"/>
          </p:nvPr>
        </p:nvSpPr>
        <p:spPr>
          <a:xfrm>
            <a:off x="0" y="1192730"/>
            <a:ext cx="10837333" cy="701731"/>
          </a:xfrm>
        </p:spPr>
        <p:txBody>
          <a:bodyPr/>
          <a:lstStyle/>
          <a:p>
            <a:r>
              <a:rPr lang="en-US" sz="4400" b="1" spc="50" dirty="0">
                <a:ln w="9525" cmpd="sng">
                  <a:solidFill>
                    <a:schemeClr val="accent1"/>
                  </a:solidFill>
                  <a:prstDash val="solid"/>
                </a:ln>
                <a:solidFill>
                  <a:srgbClr val="70AD47">
                    <a:tint val="1000"/>
                  </a:srgbClr>
                </a:solidFill>
                <a:effectLst>
                  <a:glow rad="38100">
                    <a:schemeClr val="accent1">
                      <a:alpha val="40000"/>
                    </a:schemeClr>
                  </a:glow>
                </a:effectLst>
                <a:latin typeface="Copperplate Gothic Bold" panose="020E0705020206020404" pitchFamily="34" charset="77"/>
              </a:rPr>
              <a:t>Implementation</a:t>
            </a:r>
          </a:p>
        </p:txBody>
      </p:sp>
      <p:pic>
        <p:nvPicPr>
          <p:cNvPr id="10" name="Picture Placeholder 5">
            <a:extLst>
              <a:ext uri="{FF2B5EF4-FFF2-40B4-BE49-F238E27FC236}">
                <a16:creationId xmlns:a16="http://schemas.microsoft.com/office/drawing/2014/main" id="{D2A5B748-37FD-448D-997E-B1D3326587D6}"/>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4" cstate="screen">
            <a:extLst>
              <a:ext uri="{28A0092B-C50C-407E-A947-70E740481C1C}">
                <a14:useLocalDpi xmlns:a14="http://schemas.microsoft.com/office/drawing/2010/main"/>
              </a:ext>
            </a:extLst>
          </a:blip>
          <a:srcRect t="88" b="88"/>
          <a:stretch/>
        </p:blipFill>
        <p:spPr>
          <a:xfrm>
            <a:off x="0" y="-1"/>
            <a:ext cx="9840415" cy="764705"/>
          </a:xfrm>
        </p:spPr>
      </p:pic>
      <p:graphicFrame>
        <p:nvGraphicFramePr>
          <p:cNvPr id="11" name="Diagram 10">
            <a:extLst>
              <a:ext uri="{FF2B5EF4-FFF2-40B4-BE49-F238E27FC236}">
                <a16:creationId xmlns:a16="http://schemas.microsoft.com/office/drawing/2014/main" id="{A3B5683F-F971-BFBC-BDD7-71F3E269FA5E}"/>
              </a:ext>
            </a:extLst>
          </p:cNvPr>
          <p:cNvGraphicFramePr/>
          <p:nvPr>
            <p:extLst>
              <p:ext uri="{D42A27DB-BD31-4B8C-83A1-F6EECF244321}">
                <p14:modId xmlns:p14="http://schemas.microsoft.com/office/powerpoint/2010/main" val="4115509754"/>
              </p:ext>
            </p:extLst>
          </p:nvPr>
        </p:nvGraphicFramePr>
        <p:xfrm>
          <a:off x="920599" y="3032956"/>
          <a:ext cx="9773443" cy="79208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1627330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D8D31213-3C89-CE34-93DA-B948355BE6BC}"/>
              </a:ext>
            </a:extLst>
          </p:cNvPr>
          <p:cNvSpPr>
            <a:spLocks noGrp="1"/>
          </p:cNvSpPr>
          <p:nvPr>
            <p:ph type="title"/>
          </p:nvPr>
        </p:nvSpPr>
        <p:spPr>
          <a:xfrm>
            <a:off x="168279" y="609600"/>
            <a:ext cx="10805160" cy="707886"/>
          </a:xfrm>
        </p:spPr>
        <p:txBody>
          <a:bodyPr>
            <a:normAutofit/>
          </a:bodyPr>
          <a:lstStyle/>
          <a:p>
            <a:r>
              <a:rPr lang="en-AL" sz="2800" b="1" kern="0" dirty="0">
                <a:solidFill>
                  <a:schemeClr val="accent1"/>
                </a:solidFill>
                <a:latin typeface="Times New Roman" panose="02020603050405020304" pitchFamily="18" charset="0"/>
                <a:ea typeface="Times New Roman" panose="02020603050405020304" pitchFamily="18" charset="0"/>
                <a:cs typeface="Times New Roman" panose="02020603050405020304" pitchFamily="18" charset="0"/>
              </a:rPr>
              <a:t>Hyperparameter Tuning</a:t>
            </a:r>
            <a:endParaRPr lang="en-AL" sz="2800" kern="100" dirty="0">
              <a:solidFill>
                <a:schemeClr val="accent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4" name="Text Placeholder 13">
            <a:extLst>
              <a:ext uri="{FF2B5EF4-FFF2-40B4-BE49-F238E27FC236}">
                <a16:creationId xmlns:a16="http://schemas.microsoft.com/office/drawing/2014/main" id="{BF0520FA-B378-A18D-7EC3-E7CE6A34B6DD}"/>
              </a:ext>
            </a:extLst>
          </p:cNvPr>
          <p:cNvSpPr>
            <a:spLocks noGrp="1"/>
          </p:cNvSpPr>
          <p:nvPr>
            <p:ph type="body" sz="quarter" idx="4294967295"/>
          </p:nvPr>
        </p:nvSpPr>
        <p:spPr>
          <a:xfrm>
            <a:off x="242642" y="2299890"/>
            <a:ext cx="5089525" cy="423862"/>
          </a:xfrm>
        </p:spPr>
        <p:txBody>
          <a:bodyPr/>
          <a:lstStyle/>
          <a:p>
            <a:r>
              <a:rPr lang="en-AL" sz="1800" b="1" kern="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Random Forest</a:t>
            </a:r>
            <a:r>
              <a:rPr lang="en-AL" dirty="0">
                <a:solidFill>
                  <a:schemeClr val="accent1"/>
                </a:solidFill>
                <a:effectLst/>
                <a:latin typeface="Times New Roman" panose="02020603050405020304" pitchFamily="18" charset="0"/>
                <a:cs typeface="Times New Roman" panose="02020603050405020304" pitchFamily="18" charset="0"/>
              </a:rPr>
              <a:t> </a:t>
            </a:r>
            <a:endParaRPr lang="en-AL" dirty="0">
              <a:solidFill>
                <a:schemeClr val="accent1"/>
              </a:solidFill>
              <a:latin typeface="Times New Roman" panose="02020603050405020304" pitchFamily="18" charset="0"/>
              <a:cs typeface="Times New Roman" panose="02020603050405020304" pitchFamily="18" charset="0"/>
            </a:endParaRPr>
          </a:p>
        </p:txBody>
      </p:sp>
      <p:sp>
        <p:nvSpPr>
          <p:cNvPr id="16" name="Text Placeholder 15">
            <a:extLst>
              <a:ext uri="{FF2B5EF4-FFF2-40B4-BE49-F238E27FC236}">
                <a16:creationId xmlns:a16="http://schemas.microsoft.com/office/drawing/2014/main" id="{B448E7AB-3F42-9040-1865-9019CACFD2A9}"/>
              </a:ext>
            </a:extLst>
          </p:cNvPr>
          <p:cNvSpPr>
            <a:spLocks noGrp="1"/>
          </p:cNvSpPr>
          <p:nvPr>
            <p:ph type="body" sz="quarter" idx="4294967295"/>
          </p:nvPr>
        </p:nvSpPr>
        <p:spPr>
          <a:xfrm>
            <a:off x="6167848" y="2266327"/>
            <a:ext cx="5089525" cy="423862"/>
          </a:xfrm>
        </p:spPr>
        <p:txBody>
          <a:bodyPr/>
          <a:lstStyle/>
          <a:p>
            <a:r>
              <a:rPr lang="en-GB" sz="1800" b="1" kern="0" dirty="0" err="1">
                <a:solidFill>
                  <a:schemeClr val="accent1"/>
                </a:solidFill>
                <a:effectLst/>
                <a:latin typeface="Times New Roman" panose="02020603050405020304" pitchFamily="18" charset="0"/>
                <a:ea typeface="Times New Roman" panose="02020603050405020304" pitchFamily="18" charset="0"/>
              </a:rPr>
              <a:t>XGBoost</a:t>
            </a:r>
            <a:r>
              <a:rPr lang="en-AL" dirty="0">
                <a:solidFill>
                  <a:schemeClr val="accent1"/>
                </a:solidFill>
                <a:effectLst/>
              </a:rPr>
              <a:t> </a:t>
            </a:r>
            <a:endParaRPr lang="en-AL" dirty="0">
              <a:solidFill>
                <a:schemeClr val="accent1"/>
              </a:solidFill>
            </a:endParaRPr>
          </a:p>
        </p:txBody>
      </p:sp>
      <p:pic>
        <p:nvPicPr>
          <p:cNvPr id="23" name="Content Placeholder 19">
            <a:extLst>
              <a:ext uri="{FF2B5EF4-FFF2-40B4-BE49-F238E27FC236}">
                <a16:creationId xmlns:a16="http://schemas.microsoft.com/office/drawing/2014/main" id="{524924A5-DEFD-65C6-763F-EC7751DA8303}"/>
              </a:ext>
            </a:extLst>
          </p:cNvPr>
          <p:cNvPicPr>
            <a:picLocks noGrp="1" noChangeAspect="1"/>
          </p:cNvPicPr>
          <p:nvPr>
            <p:ph sz="quarter" idx="4294967295"/>
          </p:nvPr>
        </p:nvPicPr>
        <p:blipFill>
          <a:blip r:embed="rId2"/>
          <a:stretch>
            <a:fillRect/>
          </a:stretch>
        </p:blipFill>
        <p:spPr>
          <a:xfrm>
            <a:off x="6144760" y="3920331"/>
            <a:ext cx="5830887" cy="2314575"/>
          </a:xfrm>
        </p:spPr>
      </p:pic>
      <p:pic>
        <p:nvPicPr>
          <p:cNvPr id="25" name="Content Placeholder 24">
            <a:extLst>
              <a:ext uri="{FF2B5EF4-FFF2-40B4-BE49-F238E27FC236}">
                <a16:creationId xmlns:a16="http://schemas.microsoft.com/office/drawing/2014/main" id="{812D3E88-4DC2-134A-9E00-73A4C3CBC824}"/>
              </a:ext>
            </a:extLst>
          </p:cNvPr>
          <p:cNvPicPr>
            <a:picLocks noGrp="1" noChangeAspect="1"/>
          </p:cNvPicPr>
          <p:nvPr>
            <p:ph sz="quarter" idx="4294967295"/>
          </p:nvPr>
        </p:nvPicPr>
        <p:blipFill>
          <a:blip r:embed="rId3"/>
          <a:stretch>
            <a:fillRect/>
          </a:stretch>
        </p:blipFill>
        <p:spPr>
          <a:xfrm>
            <a:off x="168278" y="3920331"/>
            <a:ext cx="5795019" cy="2301081"/>
          </a:xfrm>
        </p:spPr>
      </p:pic>
      <p:sp>
        <p:nvSpPr>
          <p:cNvPr id="31" name="TextBox 30">
            <a:extLst>
              <a:ext uri="{FF2B5EF4-FFF2-40B4-BE49-F238E27FC236}">
                <a16:creationId xmlns:a16="http://schemas.microsoft.com/office/drawing/2014/main" id="{11144EF1-8E95-24FD-0E3E-62712EA499C6}"/>
              </a:ext>
            </a:extLst>
          </p:cNvPr>
          <p:cNvSpPr txBox="1"/>
          <p:nvPr/>
        </p:nvSpPr>
        <p:spPr>
          <a:xfrm>
            <a:off x="168279" y="1281679"/>
            <a:ext cx="11757361" cy="923330"/>
          </a:xfrm>
          <a:prstGeom prst="rect">
            <a:avLst/>
          </a:prstGeom>
          <a:noFill/>
        </p:spPr>
        <p:txBody>
          <a:bodyPr wrap="square">
            <a:spAutoFit/>
          </a:bodyPr>
          <a:lstStyle/>
          <a:p>
            <a:pPr algn="just"/>
            <a:r>
              <a:rPr lang="en-GB" b="0" i="0" u="none" strike="noStrike" dirty="0">
                <a:solidFill>
                  <a:srgbClr val="000000"/>
                </a:solidFill>
                <a:effectLst/>
                <a:latin typeface="Times New Roman" panose="02020603050405020304" pitchFamily="18" charset="0"/>
                <a:cs typeface="Times New Roman" panose="02020603050405020304" pitchFamily="18" charset="0"/>
              </a:rPr>
              <a:t>Many different hyperparameter configurations were tested at first, but only ten were chosen for evaluation, since trying all possible combinations would take too much time. Because the dataset is imbalanced, the final model was selected mainly based on the </a:t>
            </a:r>
            <a:r>
              <a:rPr lang="en-GB" b="1" i="0" u="none" strike="noStrike" dirty="0">
                <a:solidFill>
                  <a:srgbClr val="000000"/>
                </a:solidFill>
                <a:effectLst/>
                <a:latin typeface="Times New Roman" panose="02020603050405020304" pitchFamily="18" charset="0"/>
                <a:cs typeface="Times New Roman" panose="02020603050405020304" pitchFamily="18" charset="0"/>
              </a:rPr>
              <a:t>F1-score </a:t>
            </a:r>
            <a:r>
              <a:rPr lang="en-GB" b="0" i="0" u="none" strike="noStrike" dirty="0">
                <a:solidFill>
                  <a:srgbClr val="000000"/>
                </a:solidFill>
                <a:effectLst/>
                <a:latin typeface="Times New Roman" panose="02020603050405020304" pitchFamily="18" charset="0"/>
                <a:cs typeface="Times New Roman" panose="02020603050405020304" pitchFamily="18" charset="0"/>
              </a:rPr>
              <a:t>rather than accuracy.</a:t>
            </a:r>
            <a:endParaRPr lang="en-AL" dirty="0">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50F71CDF-081A-52EA-7262-0E4B83A06F43}"/>
              </a:ext>
            </a:extLst>
          </p:cNvPr>
          <p:cNvSpPr txBox="1"/>
          <p:nvPr/>
        </p:nvSpPr>
        <p:spPr>
          <a:xfrm>
            <a:off x="168278" y="2690189"/>
            <a:ext cx="5446480" cy="923330"/>
          </a:xfrm>
          <a:prstGeom prst="rect">
            <a:avLst/>
          </a:prstGeom>
          <a:noFill/>
        </p:spPr>
        <p:txBody>
          <a:bodyPr wrap="square">
            <a:spAutoFit/>
          </a:bodyPr>
          <a:lstStyle/>
          <a:p>
            <a:pPr algn="just"/>
            <a:r>
              <a:rPr lang="en-GB" b="1" i="0" u="none" strike="noStrike" dirty="0">
                <a:solidFill>
                  <a:schemeClr val="accent1"/>
                </a:solidFill>
                <a:effectLst/>
                <a:latin typeface="Times New Roman" panose="02020603050405020304" pitchFamily="18" charset="0"/>
                <a:cs typeface="Times New Roman" panose="02020603050405020304" pitchFamily="18" charset="0"/>
              </a:rPr>
              <a:t>Case 5</a:t>
            </a:r>
            <a:r>
              <a:rPr lang="en-GB" b="0" i="0" u="none" strike="noStrike" dirty="0">
                <a:solidFill>
                  <a:schemeClr val="accent1"/>
                </a:solidFill>
                <a:effectLst/>
                <a:latin typeface="Times New Roman" panose="02020603050405020304" pitchFamily="18" charset="0"/>
                <a:cs typeface="Times New Roman" panose="02020603050405020304" pitchFamily="18" charset="0"/>
              </a:rPr>
              <a:t> </a:t>
            </a:r>
            <a:r>
              <a:rPr lang="en-GB" b="0" i="0" u="none" strike="noStrike" dirty="0">
                <a:solidFill>
                  <a:srgbClr val="000000"/>
                </a:solidFill>
                <a:effectLst/>
                <a:latin typeface="Times New Roman" panose="02020603050405020304" pitchFamily="18" charset="0"/>
                <a:cs typeface="Times New Roman" panose="02020603050405020304" pitchFamily="18" charset="0"/>
              </a:rPr>
              <a:t>achieved the highest F1-score while maintaining strong recall and was therefore selected as the best Random Forest configuration for further comparison.</a:t>
            </a:r>
            <a:endParaRPr lang="en-AL"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F264C06C-3138-73EA-323B-50D2AB1E0B1A}"/>
              </a:ext>
            </a:extLst>
          </p:cNvPr>
          <p:cNvSpPr txBox="1"/>
          <p:nvPr/>
        </p:nvSpPr>
        <p:spPr>
          <a:xfrm>
            <a:off x="6072689" y="2627669"/>
            <a:ext cx="5890692" cy="1200329"/>
          </a:xfrm>
          <a:prstGeom prst="rect">
            <a:avLst/>
          </a:prstGeom>
          <a:noFill/>
        </p:spPr>
        <p:txBody>
          <a:bodyPr wrap="square">
            <a:spAutoFit/>
          </a:bodyPr>
          <a:lstStyle/>
          <a:p>
            <a:pPr algn="just"/>
            <a:r>
              <a:rPr lang="en-GB" b="1" i="0" u="none" strike="noStrike" dirty="0">
                <a:solidFill>
                  <a:schemeClr val="accent1"/>
                </a:solidFill>
                <a:effectLst/>
                <a:latin typeface="Times New Roman" panose="02020603050405020304" pitchFamily="18" charset="0"/>
                <a:cs typeface="Times New Roman" panose="02020603050405020304" pitchFamily="18" charset="0"/>
              </a:rPr>
              <a:t>Case 4</a:t>
            </a:r>
            <a:r>
              <a:rPr lang="en-GB" b="0" i="0" u="none" strike="noStrike" dirty="0">
                <a:solidFill>
                  <a:schemeClr val="accent1"/>
                </a:solidFill>
                <a:effectLst/>
                <a:latin typeface="Times New Roman" panose="02020603050405020304" pitchFamily="18" charset="0"/>
                <a:cs typeface="Times New Roman" panose="02020603050405020304" pitchFamily="18" charset="0"/>
              </a:rPr>
              <a:t> </a:t>
            </a:r>
            <a:r>
              <a:rPr lang="en-GB" b="0" i="0" u="none" strike="noStrike" dirty="0">
                <a:solidFill>
                  <a:srgbClr val="000000"/>
                </a:solidFill>
                <a:effectLst/>
                <a:latin typeface="Times New Roman" panose="02020603050405020304" pitchFamily="18" charset="0"/>
                <a:cs typeface="Times New Roman" panose="02020603050405020304" pitchFamily="18" charset="0"/>
              </a:rPr>
              <a:t>achieved the highest F1-score while maintaining a balanced level of precision and recall and was therefore selected as the best </a:t>
            </a:r>
            <a:r>
              <a:rPr lang="en-GB" b="0" i="0" u="none" strike="noStrike" dirty="0" err="1">
                <a:solidFill>
                  <a:srgbClr val="000000"/>
                </a:solidFill>
                <a:effectLst/>
                <a:latin typeface="Times New Roman" panose="02020603050405020304" pitchFamily="18" charset="0"/>
                <a:cs typeface="Times New Roman" panose="02020603050405020304" pitchFamily="18" charset="0"/>
              </a:rPr>
              <a:t>XGBoost</a:t>
            </a:r>
            <a:r>
              <a:rPr lang="en-GB" b="0" i="0" u="none" strike="noStrike" dirty="0">
                <a:solidFill>
                  <a:srgbClr val="000000"/>
                </a:solidFill>
                <a:effectLst/>
                <a:latin typeface="Times New Roman" panose="02020603050405020304" pitchFamily="18" charset="0"/>
                <a:cs typeface="Times New Roman" panose="02020603050405020304" pitchFamily="18" charset="0"/>
              </a:rPr>
              <a:t> configuration for subsequent comparisons.</a:t>
            </a:r>
            <a:endParaRPr lang="en-AL"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9478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D8D31213-3C89-CE34-93DA-B948355BE6BC}"/>
              </a:ext>
            </a:extLst>
          </p:cNvPr>
          <p:cNvSpPr>
            <a:spLocks noGrp="1"/>
          </p:cNvSpPr>
          <p:nvPr>
            <p:ph type="title"/>
          </p:nvPr>
        </p:nvSpPr>
        <p:spPr>
          <a:xfrm>
            <a:off x="168279" y="609600"/>
            <a:ext cx="10805160" cy="707886"/>
          </a:xfrm>
        </p:spPr>
        <p:txBody>
          <a:bodyPr>
            <a:normAutofit/>
          </a:bodyPr>
          <a:lstStyle/>
          <a:p>
            <a:r>
              <a:rPr lang="en-AL" sz="2800" b="1" kern="0" dirty="0">
                <a:solidFill>
                  <a:schemeClr val="accent1"/>
                </a:solidFill>
                <a:latin typeface="Times New Roman" panose="02020603050405020304" pitchFamily="18" charset="0"/>
                <a:cs typeface="Times New Roman" panose="02020603050405020304" pitchFamily="18" charset="0"/>
              </a:rPr>
              <a:t>Evaluation &amp; Results </a:t>
            </a:r>
          </a:p>
        </p:txBody>
      </p:sp>
      <p:sp>
        <p:nvSpPr>
          <p:cNvPr id="14" name="Text Placeholder 13">
            <a:extLst>
              <a:ext uri="{FF2B5EF4-FFF2-40B4-BE49-F238E27FC236}">
                <a16:creationId xmlns:a16="http://schemas.microsoft.com/office/drawing/2014/main" id="{BF0520FA-B378-A18D-7EC3-E7CE6A34B6DD}"/>
              </a:ext>
            </a:extLst>
          </p:cNvPr>
          <p:cNvSpPr>
            <a:spLocks noGrp="1"/>
          </p:cNvSpPr>
          <p:nvPr>
            <p:ph type="body" sz="quarter" idx="4294967295"/>
          </p:nvPr>
        </p:nvSpPr>
        <p:spPr>
          <a:xfrm>
            <a:off x="501962" y="1429986"/>
            <a:ext cx="5089525" cy="423862"/>
          </a:xfrm>
        </p:spPr>
        <p:txBody>
          <a:bodyPr/>
          <a:lstStyle/>
          <a:p>
            <a:r>
              <a:rPr lang="en-AL" sz="1800" b="1" kern="0" dirty="0">
                <a:solidFill>
                  <a:schemeClr val="accent1"/>
                </a:solidFill>
                <a:effectLst/>
                <a:latin typeface="Times New Roman" panose="02020603050405020304" pitchFamily="18" charset="0"/>
                <a:ea typeface="Times New Roman" panose="02020603050405020304" pitchFamily="18" charset="0"/>
              </a:rPr>
              <a:t>Random Forest</a:t>
            </a:r>
            <a:r>
              <a:rPr lang="en-AL" dirty="0">
                <a:solidFill>
                  <a:schemeClr val="accent1"/>
                </a:solidFill>
                <a:effectLst/>
              </a:rPr>
              <a:t> </a:t>
            </a:r>
            <a:endParaRPr lang="en-AL" dirty="0">
              <a:solidFill>
                <a:schemeClr val="accent1"/>
              </a:solidFill>
            </a:endParaRPr>
          </a:p>
        </p:txBody>
      </p:sp>
      <p:sp>
        <p:nvSpPr>
          <p:cNvPr id="16" name="Text Placeholder 15">
            <a:extLst>
              <a:ext uri="{FF2B5EF4-FFF2-40B4-BE49-F238E27FC236}">
                <a16:creationId xmlns:a16="http://schemas.microsoft.com/office/drawing/2014/main" id="{B448E7AB-3F42-9040-1865-9019CACFD2A9}"/>
              </a:ext>
            </a:extLst>
          </p:cNvPr>
          <p:cNvSpPr>
            <a:spLocks noGrp="1"/>
          </p:cNvSpPr>
          <p:nvPr>
            <p:ph type="body" sz="quarter" idx="4294967295"/>
          </p:nvPr>
        </p:nvSpPr>
        <p:spPr>
          <a:xfrm>
            <a:off x="6133971" y="1429986"/>
            <a:ext cx="5089525" cy="423862"/>
          </a:xfrm>
        </p:spPr>
        <p:txBody>
          <a:bodyPr/>
          <a:lstStyle/>
          <a:p>
            <a:r>
              <a:rPr lang="en-GB" sz="1800" b="1" kern="0" dirty="0" err="1">
                <a:solidFill>
                  <a:schemeClr val="accent1"/>
                </a:solidFill>
                <a:effectLst/>
                <a:latin typeface="Times New Roman" panose="02020603050405020304" pitchFamily="18" charset="0"/>
                <a:ea typeface="Times New Roman" panose="02020603050405020304" pitchFamily="18" charset="0"/>
              </a:rPr>
              <a:t>XGBoost</a:t>
            </a:r>
            <a:r>
              <a:rPr lang="en-AL" dirty="0">
                <a:solidFill>
                  <a:schemeClr val="accent1"/>
                </a:solidFill>
                <a:effectLst/>
              </a:rPr>
              <a:t> </a:t>
            </a:r>
            <a:endParaRPr lang="en-AL" dirty="0">
              <a:solidFill>
                <a:schemeClr val="accent1"/>
              </a:solidFill>
            </a:endParaRPr>
          </a:p>
        </p:txBody>
      </p:sp>
      <p:sp>
        <p:nvSpPr>
          <p:cNvPr id="33" name="TextBox 32">
            <a:extLst>
              <a:ext uri="{FF2B5EF4-FFF2-40B4-BE49-F238E27FC236}">
                <a16:creationId xmlns:a16="http://schemas.microsoft.com/office/drawing/2014/main" id="{50F71CDF-081A-52EA-7262-0E4B83A06F43}"/>
              </a:ext>
            </a:extLst>
          </p:cNvPr>
          <p:cNvSpPr txBox="1"/>
          <p:nvPr/>
        </p:nvSpPr>
        <p:spPr>
          <a:xfrm>
            <a:off x="445937" y="3826753"/>
            <a:ext cx="10945216" cy="2585323"/>
          </a:xfrm>
          <a:prstGeom prst="rect">
            <a:avLst/>
          </a:prstGeom>
          <a:noFill/>
        </p:spPr>
        <p:txBody>
          <a:bodyPr wrap="square">
            <a:spAutoFit/>
          </a:bodyPr>
          <a:lstStyle/>
          <a:p>
            <a:pPr marL="285750" indent="-285750" algn="just">
              <a:buFont typeface="Arial" panose="020B0604020202020204" pitchFamily="34" charset="0"/>
              <a:buChar char="•"/>
            </a:pPr>
            <a:r>
              <a:rPr lang="en-GB" b="0" i="0" u="none" strike="noStrike" dirty="0">
                <a:solidFill>
                  <a:schemeClr val="accent1"/>
                </a:solidFill>
                <a:effectLst/>
                <a:latin typeface="Times New Roman" panose="02020603050405020304" pitchFamily="18" charset="0"/>
                <a:cs typeface="Times New Roman" panose="02020603050405020304" pitchFamily="18" charset="0"/>
              </a:rPr>
              <a:t>The reported results are obtained using the </a:t>
            </a:r>
            <a:r>
              <a:rPr lang="en-GB" b="1" i="0" u="none" strike="noStrike" dirty="0">
                <a:solidFill>
                  <a:schemeClr val="accent1"/>
                </a:solidFill>
                <a:effectLst/>
                <a:latin typeface="Times New Roman" panose="02020603050405020304" pitchFamily="18" charset="0"/>
                <a:cs typeface="Times New Roman" panose="02020603050405020304" pitchFamily="18" charset="0"/>
              </a:rPr>
              <a:t>best-performing configuration </a:t>
            </a:r>
            <a:r>
              <a:rPr lang="en-GB" b="0" i="0" u="none" strike="noStrike" dirty="0">
                <a:solidFill>
                  <a:schemeClr val="accent1"/>
                </a:solidFill>
                <a:effectLst/>
                <a:latin typeface="Times New Roman" panose="02020603050405020304" pitchFamily="18" charset="0"/>
                <a:cs typeface="Times New Roman" panose="02020603050405020304" pitchFamily="18" charset="0"/>
              </a:rPr>
              <a:t>selected after </a:t>
            </a:r>
            <a:r>
              <a:rPr lang="en-GB" i="0" u="none" strike="noStrike" dirty="0">
                <a:solidFill>
                  <a:schemeClr val="accent1"/>
                </a:solidFill>
                <a:effectLst/>
                <a:latin typeface="Times New Roman" panose="02020603050405020304" pitchFamily="18" charset="0"/>
                <a:cs typeface="Times New Roman" panose="02020603050405020304" pitchFamily="18" charset="0"/>
              </a:rPr>
              <a:t>hyperparameter tuning</a:t>
            </a:r>
            <a:r>
              <a:rPr lang="en-GB" b="0" i="0" u="none" strike="noStrike" dirty="0">
                <a:solidFill>
                  <a:schemeClr val="accent1"/>
                </a:solidFill>
                <a:effectLst/>
                <a:latin typeface="Times New Roman" panose="02020603050405020304" pitchFamily="18" charset="0"/>
                <a:cs typeface="Times New Roman" panose="02020603050405020304" pitchFamily="18" charset="0"/>
              </a:rPr>
              <a:t> for each model.</a:t>
            </a:r>
            <a:endParaRPr lang="en-GB" b="1" i="0" u="none" strike="noStrike" dirty="0">
              <a:solidFill>
                <a:schemeClr val="accent1"/>
              </a:solidFill>
              <a:effectLst/>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GB" b="1" i="0" u="none" strike="noStrike" dirty="0">
                <a:solidFill>
                  <a:schemeClr val="accent1"/>
                </a:solidFill>
                <a:effectLst/>
                <a:latin typeface="Times New Roman" panose="02020603050405020304" pitchFamily="18" charset="0"/>
                <a:cs typeface="Times New Roman" panose="02020603050405020304" pitchFamily="18" charset="0"/>
              </a:rPr>
              <a:t>Attrition = 1</a:t>
            </a:r>
            <a:r>
              <a:rPr lang="en-GB" b="0" i="0" u="none" strike="noStrike" dirty="0">
                <a:solidFill>
                  <a:schemeClr val="accent1"/>
                </a:solidFill>
                <a:effectLst/>
                <a:latin typeface="Times New Roman" panose="02020603050405020304" pitchFamily="18" charset="0"/>
                <a:cs typeface="Times New Roman" panose="02020603050405020304" pitchFamily="18" charset="0"/>
              </a:rPr>
              <a:t> represents employees who leave the company and is the </a:t>
            </a:r>
            <a:r>
              <a:rPr lang="en-GB" b="1" i="0" u="none" strike="noStrike" dirty="0">
                <a:solidFill>
                  <a:schemeClr val="accent1"/>
                </a:solidFill>
                <a:effectLst/>
                <a:latin typeface="Times New Roman" panose="02020603050405020304" pitchFamily="18" charset="0"/>
                <a:cs typeface="Times New Roman" panose="02020603050405020304" pitchFamily="18" charset="0"/>
              </a:rPr>
              <a:t>minority and most important class</a:t>
            </a:r>
            <a:r>
              <a:rPr lang="en-GB" b="0" i="0" u="none" strike="noStrike" dirty="0">
                <a:solidFill>
                  <a:schemeClr val="accent1"/>
                </a:solidFill>
                <a:effectLst/>
                <a:latin typeface="Times New Roman" panose="02020603050405020304" pitchFamily="18" charset="0"/>
                <a:cs typeface="Times New Roman" panose="02020603050405020304" pitchFamily="18" charset="0"/>
              </a:rPr>
              <a:t> to predict, as missing these cases can have a higher impact. </a:t>
            </a:r>
          </a:p>
          <a:p>
            <a:pPr marL="285750" indent="-285750" algn="just">
              <a:buFont typeface="Arial" panose="020B0604020202020204" pitchFamily="34" charset="0"/>
              <a:buChar char="•"/>
            </a:pPr>
            <a:r>
              <a:rPr lang="en-GB" b="0" i="0" u="none" strike="noStrike" dirty="0">
                <a:solidFill>
                  <a:schemeClr val="accent1"/>
                </a:solidFill>
                <a:effectLst/>
                <a:latin typeface="Times New Roman" panose="02020603050405020304" pitchFamily="18" charset="0"/>
                <a:cs typeface="Times New Roman" panose="02020603050405020304" pitchFamily="18" charset="0"/>
              </a:rPr>
              <a:t>Because the dataset is </a:t>
            </a:r>
            <a:r>
              <a:rPr lang="en-GB" b="1" i="0" u="none" strike="noStrike" dirty="0">
                <a:solidFill>
                  <a:schemeClr val="accent1"/>
                </a:solidFill>
                <a:effectLst/>
                <a:latin typeface="Times New Roman" panose="02020603050405020304" pitchFamily="18" charset="0"/>
                <a:cs typeface="Times New Roman" panose="02020603050405020304" pitchFamily="18" charset="0"/>
              </a:rPr>
              <a:t>imbalanced</a:t>
            </a:r>
            <a:r>
              <a:rPr lang="en-GB" b="0" i="0" u="none" strike="noStrike" dirty="0">
                <a:solidFill>
                  <a:schemeClr val="accent1"/>
                </a:solidFill>
                <a:effectLst/>
                <a:latin typeface="Times New Roman" panose="02020603050405020304" pitchFamily="18" charset="0"/>
                <a:cs typeface="Times New Roman" panose="02020603050405020304" pitchFamily="18" charset="0"/>
              </a:rPr>
              <a:t>, </a:t>
            </a:r>
            <a:r>
              <a:rPr lang="en-GB" b="1" i="0" u="none" strike="noStrike" dirty="0">
                <a:solidFill>
                  <a:schemeClr val="accent1"/>
                </a:solidFill>
                <a:effectLst/>
                <a:latin typeface="Times New Roman" panose="02020603050405020304" pitchFamily="18" charset="0"/>
                <a:cs typeface="Times New Roman" panose="02020603050405020304" pitchFamily="18" charset="0"/>
              </a:rPr>
              <a:t>accuracy alone can be misleading</a:t>
            </a:r>
            <a:r>
              <a:rPr lang="en-GB" b="0" i="0" u="none" strike="noStrike" dirty="0">
                <a:solidFill>
                  <a:schemeClr val="accent1"/>
                </a:solidFill>
                <a:effectLst/>
                <a:latin typeface="Times New Roman" panose="02020603050405020304" pitchFamily="18" charset="0"/>
                <a:cs typeface="Times New Roman" panose="02020603050405020304" pitchFamily="18" charset="0"/>
              </a:rPr>
              <a:t>, since a model may appear accurate by mostly predicting employees who stay. For this reason, the comparison </a:t>
            </a:r>
            <a:r>
              <a:rPr lang="en-GB" b="1" i="0" u="none" strike="noStrike" dirty="0">
                <a:solidFill>
                  <a:schemeClr val="accent1"/>
                </a:solidFill>
                <a:effectLst/>
                <a:latin typeface="Times New Roman" panose="02020603050405020304" pitchFamily="18" charset="0"/>
                <a:cs typeface="Times New Roman" panose="02020603050405020304" pitchFamily="18" charset="0"/>
              </a:rPr>
              <a:t>focuses on the F1-score</a:t>
            </a:r>
            <a:r>
              <a:rPr lang="en-GB" b="0" i="0" u="none" strike="noStrike" dirty="0">
                <a:solidFill>
                  <a:schemeClr val="accent1"/>
                </a:solidFill>
                <a:effectLst/>
                <a:latin typeface="Times New Roman" panose="02020603050405020304" pitchFamily="18" charset="0"/>
                <a:cs typeface="Times New Roman" panose="02020603050405020304" pitchFamily="18" charset="0"/>
              </a:rPr>
              <a:t>, which combines </a:t>
            </a:r>
            <a:r>
              <a:rPr lang="en-GB" i="0" u="none" strike="noStrike" dirty="0">
                <a:solidFill>
                  <a:schemeClr val="accent1"/>
                </a:solidFill>
                <a:effectLst/>
                <a:latin typeface="Times New Roman" panose="02020603050405020304" pitchFamily="18" charset="0"/>
                <a:cs typeface="Times New Roman" panose="02020603050405020304" pitchFamily="18" charset="0"/>
              </a:rPr>
              <a:t>precision and recall </a:t>
            </a:r>
            <a:r>
              <a:rPr lang="en-GB" b="0" i="0" u="none" strike="noStrike" dirty="0">
                <a:solidFill>
                  <a:schemeClr val="accent1"/>
                </a:solidFill>
                <a:effectLst/>
                <a:latin typeface="Times New Roman" panose="02020603050405020304" pitchFamily="18" charset="0"/>
                <a:cs typeface="Times New Roman" panose="02020603050405020304" pitchFamily="18" charset="0"/>
              </a:rPr>
              <a:t>and better reflects performance on employees who leave.</a:t>
            </a:r>
          </a:p>
          <a:p>
            <a:pPr marL="285750" indent="-285750" algn="just">
              <a:buFont typeface="Arial" panose="020B0604020202020204" pitchFamily="34" charset="0"/>
              <a:buChar char="•"/>
            </a:pPr>
            <a:r>
              <a:rPr lang="en-GB" b="0" i="0" u="none" strike="noStrike" dirty="0">
                <a:solidFill>
                  <a:schemeClr val="accent1"/>
                </a:solidFill>
                <a:effectLst/>
                <a:latin typeface="Times New Roman" panose="02020603050405020304" pitchFamily="18" charset="0"/>
                <a:cs typeface="Times New Roman" panose="02020603050405020304" pitchFamily="18" charset="0"/>
              </a:rPr>
              <a:t>While </a:t>
            </a:r>
            <a:r>
              <a:rPr lang="en-GB" i="0" u="none" strike="noStrike" dirty="0">
                <a:solidFill>
                  <a:schemeClr val="accent1"/>
                </a:solidFill>
                <a:effectLst/>
                <a:latin typeface="Times New Roman" panose="02020603050405020304" pitchFamily="18" charset="0"/>
                <a:cs typeface="Times New Roman" panose="02020603050405020304" pitchFamily="18" charset="0"/>
              </a:rPr>
              <a:t>Random Forest achieves higher recall, </a:t>
            </a:r>
            <a:r>
              <a:rPr lang="en-GB" i="0" u="none" strike="noStrike" dirty="0" err="1">
                <a:solidFill>
                  <a:schemeClr val="accent1"/>
                </a:solidFill>
                <a:effectLst/>
                <a:latin typeface="Times New Roman" panose="02020603050405020304" pitchFamily="18" charset="0"/>
                <a:cs typeface="Times New Roman" panose="02020603050405020304" pitchFamily="18" charset="0"/>
              </a:rPr>
              <a:t>XGBoost</a:t>
            </a:r>
            <a:r>
              <a:rPr lang="en-GB" i="0" u="none" strike="noStrike" dirty="0">
                <a:solidFill>
                  <a:schemeClr val="accent1"/>
                </a:solidFill>
                <a:effectLst/>
                <a:latin typeface="Times New Roman" panose="02020603050405020304" pitchFamily="18" charset="0"/>
                <a:cs typeface="Times New Roman" panose="02020603050405020304" pitchFamily="18" charset="0"/>
              </a:rPr>
              <a:t> provides a better overall balance, achieving the highest F1-score</a:t>
            </a:r>
            <a:r>
              <a:rPr lang="en-GB" dirty="0">
                <a:solidFill>
                  <a:schemeClr val="accent1"/>
                </a:solidFill>
                <a:latin typeface="Times New Roman" panose="02020603050405020304" pitchFamily="18" charset="0"/>
                <a:cs typeface="Times New Roman" panose="02020603050405020304" pitchFamily="18" charset="0"/>
              </a:rPr>
              <a:t>. </a:t>
            </a:r>
            <a:r>
              <a:rPr lang="en-GB" b="1" dirty="0">
                <a:solidFill>
                  <a:schemeClr val="accent1"/>
                </a:solidFill>
                <a:latin typeface="Times New Roman" panose="02020603050405020304" pitchFamily="18" charset="0"/>
                <a:cs typeface="Times New Roman" panose="02020603050405020304" pitchFamily="18" charset="0"/>
              </a:rPr>
              <a:t>T</a:t>
            </a:r>
            <a:r>
              <a:rPr lang="en-GB" b="1" i="0" u="none" strike="noStrike" dirty="0">
                <a:solidFill>
                  <a:schemeClr val="accent1"/>
                </a:solidFill>
                <a:effectLst/>
                <a:latin typeface="Times New Roman" panose="02020603050405020304" pitchFamily="18" charset="0"/>
                <a:cs typeface="Times New Roman" panose="02020603050405020304" pitchFamily="18" charset="0"/>
              </a:rPr>
              <a:t>herefore </a:t>
            </a:r>
            <a:r>
              <a:rPr lang="en-GB" b="1" i="0" u="none" strike="noStrike" dirty="0" err="1">
                <a:solidFill>
                  <a:schemeClr val="accent1"/>
                </a:solidFill>
                <a:effectLst/>
                <a:latin typeface="Times New Roman" panose="02020603050405020304" pitchFamily="18" charset="0"/>
                <a:cs typeface="Times New Roman" panose="02020603050405020304" pitchFamily="18" charset="0"/>
              </a:rPr>
              <a:t>XGBoost</a:t>
            </a:r>
            <a:r>
              <a:rPr lang="en-GB" b="1" i="0" u="none" strike="noStrike" dirty="0">
                <a:solidFill>
                  <a:schemeClr val="accent1"/>
                </a:solidFill>
                <a:effectLst/>
                <a:latin typeface="Times New Roman" panose="02020603050405020304" pitchFamily="18" charset="0"/>
                <a:cs typeface="Times New Roman" panose="02020603050405020304" pitchFamily="18" charset="0"/>
              </a:rPr>
              <a:t> was selected as the final model</a:t>
            </a:r>
            <a:r>
              <a:rPr lang="en-GB" b="0" i="0" u="none" strike="noStrike" dirty="0">
                <a:solidFill>
                  <a:schemeClr val="accent1"/>
                </a:solidFill>
                <a:effectLst/>
                <a:latin typeface="Times New Roman" panose="02020603050405020304" pitchFamily="18" charset="0"/>
                <a:cs typeface="Times New Roman" panose="02020603050405020304" pitchFamily="18" charset="0"/>
              </a:rPr>
              <a:t>.</a:t>
            </a:r>
          </a:p>
        </p:txBody>
      </p:sp>
      <p:graphicFrame>
        <p:nvGraphicFramePr>
          <p:cNvPr id="4" name="Table 3">
            <a:extLst>
              <a:ext uri="{FF2B5EF4-FFF2-40B4-BE49-F238E27FC236}">
                <a16:creationId xmlns:a16="http://schemas.microsoft.com/office/drawing/2014/main" id="{77AA5F6D-91B9-5EA7-48EB-E25C465C3C06}"/>
              </a:ext>
            </a:extLst>
          </p:cNvPr>
          <p:cNvGraphicFramePr>
            <a:graphicFrameLocks noGrp="1"/>
          </p:cNvGraphicFramePr>
          <p:nvPr>
            <p:extLst>
              <p:ext uri="{D42A27DB-BD31-4B8C-83A1-F6EECF244321}">
                <p14:modId xmlns:p14="http://schemas.microsoft.com/office/powerpoint/2010/main" val="2772989560"/>
              </p:ext>
            </p:extLst>
          </p:nvPr>
        </p:nvGraphicFramePr>
        <p:xfrm>
          <a:off x="767408" y="2010724"/>
          <a:ext cx="4248472" cy="1628292"/>
        </p:xfrm>
        <a:graphic>
          <a:graphicData uri="http://schemas.openxmlformats.org/drawingml/2006/table">
            <a:tbl>
              <a:tblPr firstRow="1" firstCol="1" bandRow="1">
                <a:tableStyleId>{B301B821-A1FF-4177-AEE7-76D212191A09}</a:tableStyleId>
              </a:tblPr>
              <a:tblGrid>
                <a:gridCol w="2317348">
                  <a:extLst>
                    <a:ext uri="{9D8B030D-6E8A-4147-A177-3AD203B41FA5}">
                      <a16:colId xmlns:a16="http://schemas.microsoft.com/office/drawing/2014/main" val="3958134415"/>
                    </a:ext>
                  </a:extLst>
                </a:gridCol>
                <a:gridCol w="1931124">
                  <a:extLst>
                    <a:ext uri="{9D8B030D-6E8A-4147-A177-3AD203B41FA5}">
                      <a16:colId xmlns:a16="http://schemas.microsoft.com/office/drawing/2014/main" val="4151066093"/>
                    </a:ext>
                  </a:extLst>
                </a:gridCol>
              </a:tblGrid>
              <a:tr h="214609">
                <a:tc>
                  <a:txBody>
                    <a:bodyPr/>
                    <a:lstStyle/>
                    <a:p>
                      <a:pPr algn="l"/>
                      <a:r>
                        <a:rPr lang="en-AL" sz="1400" kern="0" dirty="0">
                          <a:effectLst/>
                          <a:latin typeface="Times New Roman" panose="02020603050405020304" pitchFamily="18" charset="0"/>
                          <a:cs typeface="Times New Roman" panose="02020603050405020304" pitchFamily="18" charset="0"/>
                        </a:rPr>
                        <a:t>Metric</a:t>
                      </a:r>
                      <a:endParaRPr lang="en-AL"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l"/>
                      <a:r>
                        <a:rPr lang="en-AL" sz="1400" kern="0" dirty="0">
                          <a:effectLst/>
                          <a:latin typeface="Times New Roman" panose="02020603050405020304" pitchFamily="18" charset="0"/>
                          <a:cs typeface="Times New Roman" panose="02020603050405020304" pitchFamily="18" charset="0"/>
                        </a:rPr>
                        <a:t>Value</a:t>
                      </a:r>
                      <a:endParaRPr lang="en-AL"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11954496"/>
                  </a:ext>
                </a:extLst>
              </a:tr>
              <a:tr h="298799">
                <a:tc>
                  <a:txBody>
                    <a:bodyPr/>
                    <a:lstStyle/>
                    <a:p>
                      <a:pPr algn="l"/>
                      <a:r>
                        <a:rPr lang="en-AL" sz="1400" kern="0" dirty="0">
                          <a:effectLst/>
                          <a:latin typeface="Times New Roman" panose="02020603050405020304" pitchFamily="18" charset="0"/>
                          <a:cs typeface="Times New Roman" panose="02020603050405020304" pitchFamily="18" charset="0"/>
                        </a:rPr>
                        <a:t>Accuracy</a:t>
                      </a:r>
                      <a:endParaRPr lang="en-AL"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l"/>
                      <a:r>
                        <a:rPr lang="en-AL" sz="1400" kern="0" dirty="0">
                          <a:effectLst/>
                          <a:latin typeface="Times New Roman" panose="02020603050405020304" pitchFamily="18" charset="0"/>
                          <a:cs typeface="Times New Roman" panose="02020603050405020304" pitchFamily="18" charset="0"/>
                        </a:rPr>
                        <a:t>0.8061</a:t>
                      </a:r>
                      <a:endParaRPr lang="en-AL"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72034245"/>
                  </a:ext>
                </a:extLst>
              </a:tr>
              <a:tr h="371628">
                <a:tc>
                  <a:txBody>
                    <a:bodyPr/>
                    <a:lstStyle/>
                    <a:p>
                      <a:pPr algn="l"/>
                      <a:r>
                        <a:rPr lang="en-AL" sz="1400" kern="0" dirty="0">
                          <a:effectLst/>
                          <a:latin typeface="Times New Roman" panose="02020603050405020304" pitchFamily="18" charset="0"/>
                          <a:cs typeface="Times New Roman" panose="02020603050405020304" pitchFamily="18" charset="0"/>
                        </a:rPr>
                        <a:t>Precision (Attrition = 1)</a:t>
                      </a:r>
                      <a:endParaRPr lang="en-AL"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l"/>
                      <a:r>
                        <a:rPr lang="en-AL" sz="1400" kern="0" dirty="0">
                          <a:effectLst/>
                          <a:latin typeface="Times New Roman" panose="02020603050405020304" pitchFamily="18" charset="0"/>
                          <a:cs typeface="Times New Roman" panose="02020603050405020304" pitchFamily="18" charset="0"/>
                        </a:rPr>
                        <a:t>0.4375</a:t>
                      </a:r>
                      <a:endParaRPr lang="en-AL"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68726700"/>
                  </a:ext>
                </a:extLst>
              </a:tr>
              <a:tr h="371628">
                <a:tc>
                  <a:txBody>
                    <a:bodyPr/>
                    <a:lstStyle/>
                    <a:p>
                      <a:pPr algn="l"/>
                      <a:r>
                        <a:rPr lang="en-AL" sz="1400" kern="0">
                          <a:effectLst/>
                          <a:latin typeface="Times New Roman" panose="02020603050405020304" pitchFamily="18" charset="0"/>
                          <a:cs typeface="Times New Roman" panose="02020603050405020304" pitchFamily="18" charset="0"/>
                        </a:rPr>
                        <a:t>Recall (Attrition = 1)</a:t>
                      </a:r>
                      <a:endParaRPr lang="en-AL"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l"/>
                      <a:r>
                        <a:rPr lang="en-AL" sz="1400" kern="0" dirty="0">
                          <a:effectLst/>
                          <a:latin typeface="Times New Roman" panose="02020603050405020304" pitchFamily="18" charset="0"/>
                          <a:cs typeface="Times New Roman" panose="02020603050405020304" pitchFamily="18" charset="0"/>
                        </a:rPr>
                        <a:t>0.7447</a:t>
                      </a:r>
                      <a:endParaRPr lang="en-AL"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93196359"/>
                  </a:ext>
                </a:extLst>
              </a:tr>
              <a:tr h="371628">
                <a:tc>
                  <a:txBody>
                    <a:bodyPr/>
                    <a:lstStyle/>
                    <a:p>
                      <a:pPr algn="l"/>
                      <a:r>
                        <a:rPr lang="en-AL" sz="1400" kern="0" dirty="0">
                          <a:effectLst/>
                          <a:latin typeface="Times New Roman" panose="02020603050405020304" pitchFamily="18" charset="0"/>
                          <a:cs typeface="Times New Roman" panose="02020603050405020304" pitchFamily="18" charset="0"/>
                        </a:rPr>
                        <a:t>F1-Score (Attrition = 1)</a:t>
                      </a:r>
                      <a:endParaRPr lang="en-AL"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l"/>
                      <a:r>
                        <a:rPr lang="en-AL" sz="1400" b="1" kern="0" dirty="0">
                          <a:effectLst/>
                          <a:latin typeface="Times New Roman" panose="02020603050405020304" pitchFamily="18" charset="0"/>
                          <a:cs typeface="Times New Roman" panose="02020603050405020304" pitchFamily="18" charset="0"/>
                        </a:rPr>
                        <a:t>0.5512</a:t>
                      </a:r>
                      <a:endParaRPr lang="en-AL" sz="14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19599097"/>
                  </a:ext>
                </a:extLst>
              </a:tr>
            </a:tbl>
          </a:graphicData>
        </a:graphic>
      </p:graphicFrame>
      <p:graphicFrame>
        <p:nvGraphicFramePr>
          <p:cNvPr id="5" name="Table 4">
            <a:extLst>
              <a:ext uri="{FF2B5EF4-FFF2-40B4-BE49-F238E27FC236}">
                <a16:creationId xmlns:a16="http://schemas.microsoft.com/office/drawing/2014/main" id="{41628171-6651-913A-F0D0-0F9971AC672A}"/>
              </a:ext>
            </a:extLst>
          </p:cNvPr>
          <p:cNvGraphicFramePr>
            <a:graphicFrameLocks noGrp="1"/>
          </p:cNvGraphicFramePr>
          <p:nvPr>
            <p:extLst>
              <p:ext uri="{D42A27DB-BD31-4B8C-83A1-F6EECF244321}">
                <p14:modId xmlns:p14="http://schemas.microsoft.com/office/powerpoint/2010/main" val="797499884"/>
              </p:ext>
            </p:extLst>
          </p:nvPr>
        </p:nvGraphicFramePr>
        <p:xfrm>
          <a:off x="6456040" y="2010724"/>
          <a:ext cx="4589407" cy="1640772"/>
        </p:xfrm>
        <a:graphic>
          <a:graphicData uri="http://schemas.openxmlformats.org/drawingml/2006/table">
            <a:tbl>
              <a:tblPr firstRow="1" firstCol="1" bandRow="1">
                <a:tableStyleId>{B301B821-A1FF-4177-AEE7-76D212191A09}</a:tableStyleId>
              </a:tblPr>
              <a:tblGrid>
                <a:gridCol w="2411383">
                  <a:extLst>
                    <a:ext uri="{9D8B030D-6E8A-4147-A177-3AD203B41FA5}">
                      <a16:colId xmlns:a16="http://schemas.microsoft.com/office/drawing/2014/main" val="3390626317"/>
                    </a:ext>
                  </a:extLst>
                </a:gridCol>
                <a:gridCol w="2178024">
                  <a:extLst>
                    <a:ext uri="{9D8B030D-6E8A-4147-A177-3AD203B41FA5}">
                      <a16:colId xmlns:a16="http://schemas.microsoft.com/office/drawing/2014/main" val="2821407428"/>
                    </a:ext>
                  </a:extLst>
                </a:gridCol>
              </a:tblGrid>
              <a:tr h="206098">
                <a:tc>
                  <a:txBody>
                    <a:bodyPr/>
                    <a:lstStyle/>
                    <a:p>
                      <a:pPr algn="l"/>
                      <a:r>
                        <a:rPr lang="en-AL" sz="1400" kern="0" dirty="0">
                          <a:effectLst/>
                          <a:latin typeface="Times New Roman" panose="02020603050405020304" pitchFamily="18" charset="0"/>
                          <a:cs typeface="Times New Roman" panose="02020603050405020304" pitchFamily="18" charset="0"/>
                        </a:rPr>
                        <a:t>Metric</a:t>
                      </a:r>
                      <a:endParaRPr lang="en-AL"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l"/>
                      <a:r>
                        <a:rPr lang="en-AL" sz="1400" kern="0" dirty="0">
                          <a:effectLst/>
                          <a:latin typeface="Times New Roman" panose="02020603050405020304" pitchFamily="18" charset="0"/>
                          <a:cs typeface="Times New Roman" panose="02020603050405020304" pitchFamily="18" charset="0"/>
                        </a:rPr>
                        <a:t>Value</a:t>
                      </a:r>
                      <a:endParaRPr lang="en-AL"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5224050"/>
                  </a:ext>
                </a:extLst>
              </a:tr>
              <a:tr h="295230">
                <a:tc>
                  <a:txBody>
                    <a:bodyPr/>
                    <a:lstStyle/>
                    <a:p>
                      <a:pPr algn="l"/>
                      <a:r>
                        <a:rPr lang="en-AL" sz="1400" kern="0" dirty="0">
                          <a:effectLst/>
                          <a:latin typeface="Times New Roman" panose="02020603050405020304" pitchFamily="18" charset="0"/>
                          <a:cs typeface="Times New Roman" panose="02020603050405020304" pitchFamily="18" charset="0"/>
                        </a:rPr>
                        <a:t>Accuracy</a:t>
                      </a:r>
                      <a:endParaRPr lang="en-AL"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l"/>
                      <a:r>
                        <a:rPr lang="en-AL" sz="1400" kern="0" dirty="0">
                          <a:effectLst/>
                          <a:latin typeface="Times New Roman" panose="02020603050405020304" pitchFamily="18" charset="0"/>
                          <a:cs typeface="Times New Roman" panose="02020603050405020304" pitchFamily="18" charset="0"/>
                        </a:rPr>
                        <a:t>0.8673</a:t>
                      </a:r>
                      <a:endParaRPr lang="en-AL"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93482512"/>
                  </a:ext>
                </a:extLst>
              </a:tr>
              <a:tr h="377394">
                <a:tc>
                  <a:txBody>
                    <a:bodyPr/>
                    <a:lstStyle/>
                    <a:p>
                      <a:pPr algn="l"/>
                      <a:r>
                        <a:rPr lang="en-AL" sz="1400" kern="0" dirty="0">
                          <a:effectLst/>
                          <a:latin typeface="Times New Roman" panose="02020603050405020304" pitchFamily="18" charset="0"/>
                          <a:cs typeface="Times New Roman" panose="02020603050405020304" pitchFamily="18" charset="0"/>
                        </a:rPr>
                        <a:t>Precision (Attrition = 1)</a:t>
                      </a:r>
                      <a:endParaRPr lang="en-AL"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l"/>
                      <a:r>
                        <a:rPr lang="en-AL" sz="1400" kern="0" dirty="0">
                          <a:effectLst/>
                          <a:latin typeface="Times New Roman" panose="02020603050405020304" pitchFamily="18" charset="0"/>
                          <a:cs typeface="Times New Roman" panose="02020603050405020304" pitchFamily="18" charset="0"/>
                        </a:rPr>
                        <a:t>0.5952</a:t>
                      </a:r>
                      <a:endParaRPr lang="en-AL"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68156958"/>
                  </a:ext>
                </a:extLst>
              </a:tr>
              <a:tr h="377394">
                <a:tc>
                  <a:txBody>
                    <a:bodyPr/>
                    <a:lstStyle/>
                    <a:p>
                      <a:pPr algn="l"/>
                      <a:r>
                        <a:rPr lang="en-AL" sz="1400" kern="0">
                          <a:effectLst/>
                          <a:latin typeface="Times New Roman" panose="02020603050405020304" pitchFamily="18" charset="0"/>
                          <a:cs typeface="Times New Roman" panose="02020603050405020304" pitchFamily="18" charset="0"/>
                        </a:rPr>
                        <a:t>Recall (Attrition = 1)</a:t>
                      </a:r>
                      <a:endParaRPr lang="en-AL"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l"/>
                      <a:r>
                        <a:rPr lang="en-AL" sz="1400" kern="0" dirty="0">
                          <a:effectLst/>
                          <a:latin typeface="Times New Roman" panose="02020603050405020304" pitchFamily="18" charset="0"/>
                          <a:cs typeface="Times New Roman" panose="02020603050405020304" pitchFamily="18" charset="0"/>
                        </a:rPr>
                        <a:t>0.5319</a:t>
                      </a:r>
                      <a:endParaRPr lang="en-AL"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71462262"/>
                  </a:ext>
                </a:extLst>
              </a:tr>
              <a:tr h="377394">
                <a:tc>
                  <a:txBody>
                    <a:bodyPr/>
                    <a:lstStyle/>
                    <a:p>
                      <a:pPr algn="l"/>
                      <a:r>
                        <a:rPr lang="en-AL" sz="1400" kern="0" dirty="0">
                          <a:effectLst/>
                          <a:latin typeface="Times New Roman" panose="02020603050405020304" pitchFamily="18" charset="0"/>
                          <a:cs typeface="Times New Roman" panose="02020603050405020304" pitchFamily="18" charset="0"/>
                        </a:rPr>
                        <a:t>F1-Score (Attrition = 1)</a:t>
                      </a:r>
                      <a:endParaRPr lang="en-AL"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l"/>
                      <a:r>
                        <a:rPr lang="en-AL" sz="1400" b="1" kern="0" dirty="0">
                          <a:effectLst/>
                          <a:latin typeface="Times New Roman" panose="02020603050405020304" pitchFamily="18" charset="0"/>
                          <a:cs typeface="Times New Roman" panose="02020603050405020304" pitchFamily="18" charset="0"/>
                        </a:rPr>
                        <a:t>0.5618</a:t>
                      </a:r>
                      <a:endParaRPr lang="en-AL" sz="14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88645969"/>
                  </a:ext>
                </a:extLst>
              </a:tr>
            </a:tbl>
          </a:graphicData>
        </a:graphic>
      </p:graphicFrame>
      <p:sp>
        <p:nvSpPr>
          <p:cNvPr id="6" name="TextBox 5">
            <a:extLst>
              <a:ext uri="{FF2B5EF4-FFF2-40B4-BE49-F238E27FC236}">
                <a16:creationId xmlns:a16="http://schemas.microsoft.com/office/drawing/2014/main" id="{8B846651-EF87-D541-D54A-872CDABF799E}"/>
              </a:ext>
            </a:extLst>
          </p:cNvPr>
          <p:cNvSpPr txBox="1"/>
          <p:nvPr/>
        </p:nvSpPr>
        <p:spPr>
          <a:xfrm>
            <a:off x="5629400" y="3235217"/>
            <a:ext cx="578289" cy="461665"/>
          </a:xfrm>
          <a:prstGeom prst="rect">
            <a:avLst/>
          </a:prstGeom>
          <a:noFill/>
        </p:spPr>
        <p:txBody>
          <a:bodyPr wrap="square" rtlCol="0">
            <a:spAutoFit/>
          </a:bodyPr>
          <a:lstStyle/>
          <a:p>
            <a:r>
              <a:rPr lang="en-AL" sz="2400" b="1" dirty="0">
                <a:solidFill>
                  <a:schemeClr val="accent1"/>
                </a:solidFill>
                <a:latin typeface="Times New Roman" panose="02020603050405020304" pitchFamily="18" charset="0"/>
                <a:cs typeface="Times New Roman" panose="02020603050405020304" pitchFamily="18" charset="0"/>
              </a:rPr>
              <a:t>&lt;</a:t>
            </a:r>
          </a:p>
        </p:txBody>
      </p:sp>
    </p:spTree>
    <p:extLst>
      <p:ext uri="{BB962C8B-B14F-4D97-AF65-F5344CB8AC3E}">
        <p14:creationId xmlns:p14="http://schemas.microsoft.com/office/powerpoint/2010/main" val="1274505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D8D31213-3C89-CE34-93DA-B948355BE6BC}"/>
              </a:ext>
            </a:extLst>
          </p:cNvPr>
          <p:cNvSpPr>
            <a:spLocks noGrp="1"/>
          </p:cNvSpPr>
          <p:nvPr>
            <p:ph type="title"/>
          </p:nvPr>
        </p:nvSpPr>
        <p:spPr>
          <a:xfrm>
            <a:off x="168279" y="609600"/>
            <a:ext cx="10805160" cy="707886"/>
          </a:xfrm>
        </p:spPr>
        <p:txBody>
          <a:bodyPr>
            <a:normAutofit fontScale="90000"/>
          </a:bodyPr>
          <a:lstStyle/>
          <a:p>
            <a:r>
              <a:rPr lang="en-AL" sz="2800" b="1" kern="0" dirty="0">
                <a:solidFill>
                  <a:schemeClr val="accent1"/>
                </a:solidFill>
                <a:latin typeface="Times New Roman" panose="02020603050405020304" pitchFamily="18" charset="0"/>
                <a:cs typeface="Times New Roman" panose="02020603050405020304" pitchFamily="18" charset="0"/>
              </a:rPr>
              <a:t>Comparison with </a:t>
            </a:r>
            <a:r>
              <a:rPr lang="en-GB" sz="2800" b="1" kern="0" dirty="0">
                <a:solidFill>
                  <a:schemeClr val="accent1"/>
                </a:solidFill>
                <a:latin typeface="Times New Roman" panose="02020603050405020304" pitchFamily="18" charset="0"/>
                <a:cs typeface="Times New Roman" panose="02020603050405020304" pitchFamily="18" charset="0"/>
              </a:rPr>
              <a:t>Existing</a:t>
            </a:r>
            <a:r>
              <a:rPr lang="en-AL" sz="2800" b="1" kern="0" dirty="0">
                <a:solidFill>
                  <a:schemeClr val="accent1"/>
                </a:solidFill>
                <a:latin typeface="Times New Roman" panose="02020603050405020304" pitchFamily="18" charset="0"/>
                <a:cs typeface="Times New Roman" panose="02020603050405020304" pitchFamily="18" charset="0"/>
              </a:rPr>
              <a:t> Research</a:t>
            </a:r>
            <a:br>
              <a:rPr lang="en-AL"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AL" sz="2800" b="1" kern="0" dirty="0">
              <a:solidFill>
                <a:schemeClr val="accent1"/>
              </a:solidFill>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50F71CDF-081A-52EA-7262-0E4B83A06F43}"/>
              </a:ext>
            </a:extLst>
          </p:cNvPr>
          <p:cNvSpPr txBox="1"/>
          <p:nvPr/>
        </p:nvSpPr>
        <p:spPr>
          <a:xfrm>
            <a:off x="443372" y="1145523"/>
            <a:ext cx="10912248" cy="3139321"/>
          </a:xfrm>
          <a:prstGeom prst="rect">
            <a:avLst/>
          </a:prstGeom>
          <a:noFill/>
        </p:spPr>
        <p:txBody>
          <a:bodyPr wrap="square">
            <a:spAutoFit/>
          </a:bodyPr>
          <a:lstStyle/>
          <a:p>
            <a:pPr marL="285750" indent="-285750" algn="just">
              <a:buFont typeface="Arial" panose="020B0604020202020204" pitchFamily="34" charset="0"/>
              <a:buChar char="•"/>
            </a:pPr>
            <a:r>
              <a:rPr lang="en-GB" b="0" i="0" u="none" strike="noStrike" dirty="0">
                <a:solidFill>
                  <a:schemeClr val="accent1"/>
                </a:solidFill>
                <a:effectLst/>
                <a:latin typeface="Times New Roman" panose="02020603050405020304" pitchFamily="18" charset="0"/>
                <a:cs typeface="Times New Roman" panose="02020603050405020304" pitchFamily="18" charset="0"/>
              </a:rPr>
              <a:t>Several studies have addressed employee attrition prediction using machine learning techniques. A relevant study is </a:t>
            </a:r>
            <a:r>
              <a:rPr lang="en-GB" b="1" i="0" u="none" strike="noStrike" baseline="30000" dirty="0">
                <a:solidFill>
                  <a:schemeClr val="accent1"/>
                </a:solidFill>
                <a:effectLst/>
                <a:latin typeface="Times New Roman" panose="02020603050405020304" pitchFamily="18" charset="0"/>
                <a:cs typeface="Times New Roman" panose="02020603050405020304" pitchFamily="18" charset="0"/>
              </a:rPr>
              <a:t>1</a:t>
            </a:r>
            <a:r>
              <a:rPr lang="en-GB" b="1" i="0" u="none" strike="noStrike" dirty="0">
                <a:solidFill>
                  <a:schemeClr val="accent1"/>
                </a:solidFill>
                <a:effectLst/>
                <a:latin typeface="Times New Roman" panose="02020603050405020304" pitchFamily="18" charset="0"/>
                <a:cs typeface="Times New Roman" panose="02020603050405020304" pitchFamily="18" charset="0"/>
              </a:rPr>
              <a:t>“Employee Attrition Prediction Using Machine Learning Algorithms”</a:t>
            </a:r>
            <a:r>
              <a:rPr lang="en-GB" dirty="0">
                <a:solidFill>
                  <a:schemeClr val="accent1"/>
                </a:solidFill>
                <a:latin typeface="Times New Roman" panose="02020603050405020304" pitchFamily="18" charset="0"/>
                <a:cs typeface="Times New Roman" panose="02020603050405020304" pitchFamily="18" charset="0"/>
              </a:rPr>
              <a:t>.</a:t>
            </a:r>
          </a:p>
          <a:p>
            <a:pPr algn="just"/>
            <a:endParaRPr lang="en-GB" dirty="0">
              <a:solidFill>
                <a:schemeClr val="accent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GB" b="0" i="0" u="none" strike="noStrike" dirty="0">
                <a:solidFill>
                  <a:schemeClr val="accent1"/>
                </a:solidFill>
                <a:effectLst/>
                <a:latin typeface="Times New Roman" panose="02020603050405020304" pitchFamily="18" charset="0"/>
                <a:cs typeface="Times New Roman" panose="02020603050405020304" pitchFamily="18" charset="0"/>
              </a:rPr>
              <a:t>In that study, </a:t>
            </a:r>
            <a:r>
              <a:rPr lang="en-GB" b="1" i="0" u="none" strike="noStrike" dirty="0">
                <a:solidFill>
                  <a:schemeClr val="accent1"/>
                </a:solidFill>
                <a:effectLst/>
                <a:latin typeface="Times New Roman" panose="02020603050405020304" pitchFamily="18" charset="0"/>
                <a:cs typeface="Times New Roman" panose="02020603050405020304" pitchFamily="18" charset="0"/>
              </a:rPr>
              <a:t>Experiment 1 (Table 4.1)</a:t>
            </a:r>
            <a:r>
              <a:rPr lang="en-GB" b="0" i="0" u="none" strike="noStrike" dirty="0">
                <a:solidFill>
                  <a:schemeClr val="accent1"/>
                </a:solidFill>
                <a:effectLst/>
                <a:latin typeface="Times New Roman" panose="02020603050405020304" pitchFamily="18" charset="0"/>
                <a:cs typeface="Times New Roman" panose="02020603050405020304" pitchFamily="18" charset="0"/>
              </a:rPr>
              <a:t> uses the original imbalanced dataset, where the best-performing model (</a:t>
            </a:r>
            <a:r>
              <a:rPr lang="en-GB" b="0" i="0" u="none" strike="noStrike" dirty="0" err="1">
                <a:solidFill>
                  <a:schemeClr val="accent1"/>
                </a:solidFill>
                <a:effectLst/>
                <a:latin typeface="Times New Roman" panose="02020603050405020304" pitchFamily="18" charset="0"/>
                <a:cs typeface="Times New Roman" panose="02020603050405020304" pitchFamily="18" charset="0"/>
              </a:rPr>
              <a:t>XGBoost</a:t>
            </a:r>
            <a:r>
              <a:rPr lang="en-GB" b="0" i="0" u="none" strike="noStrike" dirty="0">
                <a:solidFill>
                  <a:schemeClr val="accent1"/>
                </a:solidFill>
                <a:effectLst/>
                <a:latin typeface="Times New Roman" panose="02020603050405020304" pitchFamily="18" charset="0"/>
                <a:cs typeface="Times New Roman" panose="02020603050405020304" pitchFamily="18" charset="0"/>
              </a:rPr>
              <a:t>) achieves an </a:t>
            </a:r>
            <a:r>
              <a:rPr lang="en-GB" b="1" i="0" u="none" strike="noStrike" dirty="0">
                <a:solidFill>
                  <a:schemeClr val="accent1"/>
                </a:solidFill>
                <a:effectLst/>
                <a:latin typeface="Times New Roman" panose="02020603050405020304" pitchFamily="18" charset="0"/>
                <a:cs typeface="Times New Roman" panose="02020603050405020304" pitchFamily="18" charset="0"/>
              </a:rPr>
              <a:t>F1-score of 0.396</a:t>
            </a:r>
            <a:r>
              <a:rPr lang="en-GB" b="0" i="0" u="none" strike="noStrike" dirty="0">
                <a:solidFill>
                  <a:schemeClr val="accent1"/>
                </a:solidFill>
                <a:effectLst/>
                <a:latin typeface="Times New Roman" panose="02020603050405020304" pitchFamily="18" charset="0"/>
                <a:cs typeface="Times New Roman" panose="02020603050405020304" pitchFamily="18" charset="0"/>
              </a:rPr>
              <a:t>. In </a:t>
            </a:r>
            <a:r>
              <a:rPr lang="en-GB" b="1" i="0" u="none" strike="noStrike" dirty="0">
                <a:solidFill>
                  <a:schemeClr val="accent1"/>
                </a:solidFill>
                <a:effectLst/>
                <a:latin typeface="Times New Roman" panose="02020603050405020304" pitchFamily="18" charset="0"/>
                <a:cs typeface="Times New Roman" panose="02020603050405020304" pitchFamily="18" charset="0"/>
              </a:rPr>
              <a:t>Experiment 2 (Table 4.3)</a:t>
            </a:r>
            <a:r>
              <a:rPr lang="en-GB" b="0" i="0" u="none" strike="noStrike" dirty="0">
                <a:solidFill>
                  <a:schemeClr val="accent1"/>
                </a:solidFill>
                <a:effectLst/>
                <a:latin typeface="Times New Roman" panose="02020603050405020304" pitchFamily="18" charset="0"/>
                <a:cs typeface="Times New Roman" panose="02020603050405020304" pitchFamily="18" charset="0"/>
              </a:rPr>
              <a:t>, the dataset is balanced using SMOTE, and the reported </a:t>
            </a:r>
            <a:r>
              <a:rPr lang="en-GB" b="1" i="0" u="none" strike="noStrike" dirty="0">
                <a:solidFill>
                  <a:schemeClr val="accent1"/>
                </a:solidFill>
                <a:effectLst/>
                <a:latin typeface="Times New Roman" panose="02020603050405020304" pitchFamily="18" charset="0"/>
                <a:cs typeface="Times New Roman" panose="02020603050405020304" pitchFamily="18" charset="0"/>
              </a:rPr>
              <a:t>F1-score improves to 0.507</a:t>
            </a:r>
            <a:r>
              <a:rPr lang="en-GB" b="0" i="0" u="none" strike="noStrike" dirty="0">
                <a:solidFill>
                  <a:schemeClr val="accent1"/>
                </a:solidFill>
                <a:effectLst/>
                <a:latin typeface="Times New Roman" panose="02020603050405020304" pitchFamily="18" charset="0"/>
                <a:cs typeface="Times New Roman" panose="02020603050405020304" pitchFamily="18" charset="0"/>
              </a:rPr>
              <a:t>.</a:t>
            </a:r>
          </a:p>
          <a:p>
            <a:pPr algn="just"/>
            <a:endParaRPr lang="en-GB" b="0" i="0" u="none" strike="noStrike" dirty="0">
              <a:solidFill>
                <a:schemeClr val="accent1"/>
              </a:solidFill>
              <a:effectLst/>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GB" b="0" i="0" u="none" strike="noStrike" dirty="0">
                <a:solidFill>
                  <a:schemeClr val="accent1"/>
                </a:solidFill>
                <a:effectLst/>
                <a:latin typeface="Times New Roman" panose="02020603050405020304" pitchFamily="18" charset="0"/>
                <a:cs typeface="Times New Roman" panose="02020603050405020304" pitchFamily="18" charset="0"/>
              </a:rPr>
              <a:t>In comparison, </a:t>
            </a:r>
            <a:r>
              <a:rPr lang="en-GB" b="1" i="0" u="none" strike="noStrike" dirty="0">
                <a:solidFill>
                  <a:schemeClr val="accent1"/>
                </a:solidFill>
                <a:effectLst/>
                <a:latin typeface="Times New Roman" panose="02020603050405020304" pitchFamily="18" charset="0"/>
                <a:cs typeface="Times New Roman" panose="02020603050405020304" pitchFamily="18" charset="0"/>
              </a:rPr>
              <a:t>our </a:t>
            </a:r>
            <a:r>
              <a:rPr lang="en-GB" b="1" i="0" u="none" strike="noStrike" dirty="0" err="1">
                <a:solidFill>
                  <a:schemeClr val="accent1"/>
                </a:solidFill>
                <a:effectLst/>
                <a:latin typeface="Times New Roman" panose="02020603050405020304" pitchFamily="18" charset="0"/>
                <a:cs typeface="Times New Roman" panose="02020603050405020304" pitchFamily="18" charset="0"/>
              </a:rPr>
              <a:t>XGBoost</a:t>
            </a:r>
            <a:r>
              <a:rPr lang="en-GB" b="1" i="0" u="none" strike="noStrike" dirty="0">
                <a:solidFill>
                  <a:schemeClr val="accent1"/>
                </a:solidFill>
                <a:effectLst/>
                <a:latin typeface="Times New Roman" panose="02020603050405020304" pitchFamily="18" charset="0"/>
                <a:cs typeface="Times New Roman" panose="02020603050405020304" pitchFamily="18" charset="0"/>
              </a:rPr>
              <a:t> model achieves a higher F1-score (0.5618)</a:t>
            </a:r>
            <a:r>
              <a:rPr lang="en-GB" b="0" i="0" u="none" strike="noStrike" dirty="0">
                <a:solidFill>
                  <a:schemeClr val="accent1"/>
                </a:solidFill>
                <a:effectLst/>
                <a:latin typeface="Times New Roman" panose="02020603050405020304" pitchFamily="18" charset="0"/>
                <a:cs typeface="Times New Roman" panose="02020603050405020304" pitchFamily="18" charset="0"/>
              </a:rPr>
              <a:t>, both when compared to both experiments. For this dataset, our model shows </a:t>
            </a:r>
            <a:r>
              <a:rPr lang="en-GB" b="1" i="0" u="none" strike="noStrike" dirty="0">
                <a:solidFill>
                  <a:schemeClr val="accent1"/>
                </a:solidFill>
                <a:effectLst/>
                <a:latin typeface="Times New Roman" panose="02020603050405020304" pitchFamily="18" charset="0"/>
                <a:cs typeface="Times New Roman" panose="02020603050405020304" pitchFamily="18" charset="0"/>
              </a:rPr>
              <a:t>strong performance</a:t>
            </a:r>
            <a:r>
              <a:rPr lang="en-GB" b="0" i="0" u="none" strike="noStrike" dirty="0">
                <a:solidFill>
                  <a:schemeClr val="accent1"/>
                </a:solidFill>
                <a:effectLst/>
                <a:latin typeface="Times New Roman" panose="02020603050405020304" pitchFamily="18" charset="0"/>
                <a:cs typeface="Times New Roman" panose="02020603050405020304" pitchFamily="18" charset="0"/>
              </a:rPr>
              <a:t>, not only achieving higher F1-scores than the referenced study, but also considering that employee attrition is influenced by </a:t>
            </a:r>
            <a:r>
              <a:rPr lang="en-GB" b="1" i="0" u="none" strike="noStrike" dirty="0">
                <a:solidFill>
                  <a:schemeClr val="accent1"/>
                </a:solidFill>
                <a:effectLst/>
                <a:latin typeface="Times New Roman" panose="02020603050405020304" pitchFamily="18" charset="0"/>
                <a:cs typeface="Times New Roman" panose="02020603050405020304" pitchFamily="18" charset="0"/>
              </a:rPr>
              <a:t>complex human </a:t>
            </a:r>
            <a:r>
              <a:rPr lang="en-GB" b="1" i="0" u="none" strike="noStrike" dirty="0" err="1">
                <a:solidFill>
                  <a:schemeClr val="accent1"/>
                </a:solidFill>
                <a:effectLst/>
                <a:latin typeface="Times New Roman" panose="02020603050405020304" pitchFamily="18" charset="0"/>
                <a:cs typeface="Times New Roman" panose="02020603050405020304" pitchFamily="18" charset="0"/>
              </a:rPr>
              <a:t>behavior</a:t>
            </a:r>
            <a:r>
              <a:rPr lang="en-GB" b="0" i="0" u="none" strike="noStrike" dirty="0">
                <a:solidFill>
                  <a:schemeClr val="accent1"/>
                </a:solidFill>
                <a:effectLst/>
                <a:latin typeface="Times New Roman" panose="02020603050405020304" pitchFamily="18" charset="0"/>
                <a:cs typeface="Times New Roman" panose="02020603050405020304" pitchFamily="18" charset="0"/>
              </a:rPr>
              <a:t>, which makes accurate prediction difficult.</a:t>
            </a:r>
          </a:p>
        </p:txBody>
      </p:sp>
      <p:pic>
        <p:nvPicPr>
          <p:cNvPr id="2" name="Picture 1">
            <a:extLst>
              <a:ext uri="{FF2B5EF4-FFF2-40B4-BE49-F238E27FC236}">
                <a16:creationId xmlns:a16="http://schemas.microsoft.com/office/drawing/2014/main" id="{16E65270-7973-ABC3-54CF-802DEEE939F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380" y="4365104"/>
            <a:ext cx="5230212" cy="2052533"/>
          </a:xfrm>
          <a:prstGeom prst="rect">
            <a:avLst/>
          </a:prstGeom>
        </p:spPr>
      </p:pic>
      <p:pic>
        <p:nvPicPr>
          <p:cNvPr id="3" name="Picture 2">
            <a:extLst>
              <a:ext uri="{FF2B5EF4-FFF2-40B4-BE49-F238E27FC236}">
                <a16:creationId xmlns:a16="http://schemas.microsoft.com/office/drawing/2014/main" id="{47B80DA1-71C3-892C-63BF-1A56564A6EF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40017" y="4365104"/>
            <a:ext cx="5115604" cy="1975306"/>
          </a:xfrm>
          <a:prstGeom prst="rect">
            <a:avLst/>
          </a:prstGeom>
        </p:spPr>
      </p:pic>
      <p:sp>
        <p:nvSpPr>
          <p:cNvPr id="7" name="TextBox 6">
            <a:extLst>
              <a:ext uri="{FF2B5EF4-FFF2-40B4-BE49-F238E27FC236}">
                <a16:creationId xmlns:a16="http://schemas.microsoft.com/office/drawing/2014/main" id="{26BBDC26-BAAC-DA2C-B477-810D541DD67D}"/>
              </a:ext>
            </a:extLst>
          </p:cNvPr>
          <p:cNvSpPr txBox="1"/>
          <p:nvPr/>
        </p:nvSpPr>
        <p:spPr>
          <a:xfrm>
            <a:off x="756236" y="6516029"/>
            <a:ext cx="10679527" cy="215444"/>
          </a:xfrm>
          <a:prstGeom prst="rect">
            <a:avLst/>
          </a:prstGeom>
          <a:noFill/>
        </p:spPr>
        <p:txBody>
          <a:bodyPr wrap="none" rtlCol="0">
            <a:spAutoFit/>
          </a:bodyPr>
          <a:lstStyle/>
          <a:p>
            <a:r>
              <a:rPr lang="en-AL" sz="800" i="1" baseline="30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 </a:t>
            </a:r>
            <a:r>
              <a:rPr lang="en-AL" sz="8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Employee Attrition Prediction Using Machine Learning Algorithms</a:t>
            </a:r>
            <a:r>
              <a:rPr lang="en-AL" sz="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ResearchGate, 2022. Available at: </a:t>
            </a:r>
            <a:r>
              <a:rPr lang="en-AL" sz="800" u="sng"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hlinkClick r:id="rId4"/>
              </a:rPr>
              <a:t>https://www.researchgate.net/publication/364322002_EMPLOYEE_ATTRITION_PREDICTION_USING_MACHINE_LEARNING_ALGORITHMS</a:t>
            </a:r>
            <a:r>
              <a:rPr lang="en-AL" sz="800" dirty="0">
                <a:effectLst/>
                <a:latin typeface="Times New Roman" panose="02020603050405020304" pitchFamily="18" charset="0"/>
                <a:cs typeface="Times New Roman" panose="02020603050405020304" pitchFamily="18" charset="0"/>
              </a:rPr>
              <a:t> </a:t>
            </a:r>
            <a:endParaRPr lang="en-AL"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6701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FFBCF731-478B-42B2-B3C6-ECCC3D68E00B}"/>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a:stretch/>
        </p:blipFill>
        <p:spPr>
          <a:xfrm>
            <a:off x="0" y="54888"/>
            <a:ext cx="8976320" cy="6858000"/>
          </a:xfrm>
        </p:spPr>
      </p:pic>
      <p:sp>
        <p:nvSpPr>
          <p:cNvPr id="74" name="Text Placeholder 73">
            <a:extLst>
              <a:ext uri="{FF2B5EF4-FFF2-40B4-BE49-F238E27FC236}">
                <a16:creationId xmlns:a16="http://schemas.microsoft.com/office/drawing/2014/main" id="{C20719F7-6849-4C36-ACDB-C1AE2AAC74AD}"/>
              </a:ext>
              <a:ext uri="{C183D7F6-B498-43B3-948B-1728B52AA6E4}">
                <adec:decorative xmlns:adec="http://schemas.microsoft.com/office/drawing/2017/decorative" val="1"/>
              </a:ext>
            </a:extLst>
          </p:cNvPr>
          <p:cNvSpPr>
            <a:spLocks noGrp="1"/>
          </p:cNvSpPr>
          <p:nvPr>
            <p:ph type="body" sz="quarter" idx="12"/>
          </p:nvPr>
        </p:nvSpPr>
        <p:spPr/>
        <p:txBody>
          <a:bodyPr/>
          <a:lstStyle/>
          <a:p>
            <a:endParaRPr lang="en-US" dirty="0"/>
          </a:p>
        </p:txBody>
      </p:sp>
      <p:sp>
        <p:nvSpPr>
          <p:cNvPr id="43" name="Title 42">
            <a:extLst>
              <a:ext uri="{FF2B5EF4-FFF2-40B4-BE49-F238E27FC236}">
                <a16:creationId xmlns:a16="http://schemas.microsoft.com/office/drawing/2014/main" id="{CF39D3B5-ABDB-4DFF-8107-EF97569C9BBE}"/>
              </a:ext>
            </a:extLst>
          </p:cNvPr>
          <p:cNvSpPr>
            <a:spLocks noGrp="1"/>
          </p:cNvSpPr>
          <p:nvPr>
            <p:ph type="ctrTitle"/>
          </p:nvPr>
        </p:nvSpPr>
        <p:spPr>
          <a:xfrm>
            <a:off x="1559496" y="687524"/>
            <a:ext cx="3326532" cy="838200"/>
          </a:xfrm>
        </p:spPr>
        <p:txBody>
          <a:bodyPr/>
          <a:lstStyle/>
          <a:p>
            <a:r>
              <a:rPr lang="en-US" sz="3200" u="sng" cap="none" spc="0" dirty="0">
                <a:ln w="0"/>
                <a:solidFill>
                  <a:schemeClr val="accent1"/>
                </a:solidFill>
                <a:effectLst>
                  <a:outerShdw blurRad="38100" dist="25400" dir="5400000" algn="ctr" rotWithShape="0">
                    <a:srgbClr val="6E747A">
                      <a:alpha val="43000"/>
                    </a:srgbClr>
                  </a:outerShdw>
                </a:effectLst>
              </a:rPr>
              <a:t>Future Improvements</a:t>
            </a:r>
          </a:p>
        </p:txBody>
      </p:sp>
      <p:sp>
        <p:nvSpPr>
          <p:cNvPr id="75" name="Text Placeholder 74">
            <a:extLst>
              <a:ext uri="{FF2B5EF4-FFF2-40B4-BE49-F238E27FC236}">
                <a16:creationId xmlns:a16="http://schemas.microsoft.com/office/drawing/2014/main" id="{6488F643-327C-4A41-9703-B4932AF5A2C9}"/>
              </a:ext>
              <a:ext uri="{C183D7F6-B498-43B3-948B-1728B52AA6E4}">
                <adec:decorative xmlns:adec="http://schemas.microsoft.com/office/drawing/2017/decorative" val="1"/>
              </a:ext>
            </a:extLst>
          </p:cNvPr>
          <p:cNvSpPr>
            <a:spLocks noGrp="1"/>
          </p:cNvSpPr>
          <p:nvPr>
            <p:ph type="body" sz="quarter" idx="13"/>
          </p:nvPr>
        </p:nvSpPr>
        <p:spPr/>
        <p:txBody>
          <a:bodyPr>
            <a:normAutofit fontScale="55000" lnSpcReduction="20000"/>
          </a:bodyPr>
          <a:lstStyle/>
          <a:p>
            <a:endParaRPr lang="en-US" dirty="0"/>
          </a:p>
        </p:txBody>
      </p:sp>
      <p:sp>
        <p:nvSpPr>
          <p:cNvPr id="76" name="Text Placeholder 75">
            <a:extLst>
              <a:ext uri="{FF2B5EF4-FFF2-40B4-BE49-F238E27FC236}">
                <a16:creationId xmlns:a16="http://schemas.microsoft.com/office/drawing/2014/main" id="{8EE4272D-3A75-4E40-B1D6-C8D1636AB572}"/>
              </a:ext>
              <a:ext uri="{C183D7F6-B498-43B3-948B-1728B52AA6E4}">
                <adec:decorative xmlns:adec="http://schemas.microsoft.com/office/drawing/2017/decorative" val="1"/>
              </a:ext>
            </a:extLst>
          </p:cNvPr>
          <p:cNvSpPr>
            <a:spLocks noGrp="1"/>
          </p:cNvSpPr>
          <p:nvPr>
            <p:ph type="body" sz="quarter" idx="14"/>
          </p:nvPr>
        </p:nvSpPr>
        <p:spPr/>
        <p:txBody>
          <a:bodyPr>
            <a:normAutofit fontScale="55000" lnSpcReduction="20000"/>
          </a:bodyPr>
          <a:lstStyle/>
          <a:p>
            <a:endParaRPr lang="en-US" dirty="0"/>
          </a:p>
        </p:txBody>
      </p:sp>
      <p:sp>
        <p:nvSpPr>
          <p:cNvPr id="6" name="Subtitle 5">
            <a:extLst>
              <a:ext uri="{FF2B5EF4-FFF2-40B4-BE49-F238E27FC236}">
                <a16:creationId xmlns:a16="http://schemas.microsoft.com/office/drawing/2014/main" id="{0A1A3B88-DD6F-A3F3-64D0-E686ABDBA27B}"/>
              </a:ext>
            </a:extLst>
          </p:cNvPr>
          <p:cNvSpPr>
            <a:spLocks noGrp="1"/>
          </p:cNvSpPr>
          <p:nvPr>
            <p:ph type="subTitle" idx="1"/>
          </p:nvPr>
        </p:nvSpPr>
        <p:spPr>
          <a:xfrm>
            <a:off x="8004942" y="1525724"/>
            <a:ext cx="3923956" cy="682352"/>
          </a:xfrm>
        </p:spPr>
        <p:txBody>
          <a:bodyPr>
            <a:normAutofit fontScale="92500"/>
          </a:bodyPr>
          <a:lstStyle/>
          <a:p>
            <a:r>
              <a:rPr lang="en-AL" sz="3200" b="1" u="sng" spc="50" dirty="0">
                <a:ln w="0"/>
                <a:solidFill>
                  <a:schemeClr val="bg2"/>
                </a:solidFill>
                <a:effectLst>
                  <a:innerShdw blurRad="63500" dist="50800" dir="13500000">
                    <a:srgbClr val="000000">
                      <a:alpha val="50000"/>
                    </a:srgbClr>
                  </a:innerShdw>
                </a:effectLst>
              </a:rPr>
              <a:t>Ethical Considerations</a:t>
            </a:r>
          </a:p>
        </p:txBody>
      </p:sp>
      <p:sp>
        <p:nvSpPr>
          <p:cNvPr id="8" name="TextBox 7">
            <a:extLst>
              <a:ext uri="{FF2B5EF4-FFF2-40B4-BE49-F238E27FC236}">
                <a16:creationId xmlns:a16="http://schemas.microsoft.com/office/drawing/2014/main" id="{B57CEA67-7509-9E5E-3F77-97D733932AF0}"/>
              </a:ext>
            </a:extLst>
          </p:cNvPr>
          <p:cNvSpPr txBox="1"/>
          <p:nvPr/>
        </p:nvSpPr>
        <p:spPr>
          <a:xfrm>
            <a:off x="6960096" y="2537335"/>
            <a:ext cx="5112569" cy="3908762"/>
          </a:xfrm>
          <a:prstGeom prst="rect">
            <a:avLst/>
          </a:prstGeom>
          <a:noFill/>
        </p:spPr>
        <p:txBody>
          <a:bodyPr wrap="square">
            <a:spAutoFit/>
          </a:bodyPr>
          <a:lstStyle/>
          <a:p>
            <a:pPr marL="285750" indent="-285750" algn="just">
              <a:buFont typeface="Arial" panose="020B0604020202020204" pitchFamily="34" charset="0"/>
              <a:buChar char="•"/>
            </a:pPr>
            <a:r>
              <a:rPr lang="en-GB" sz="1600" b="1" dirty="0">
                <a:solidFill>
                  <a:schemeClr val="bg1"/>
                </a:solidFill>
                <a:latin typeface="Times New Roman" panose="02020603050405020304" pitchFamily="18" charset="0"/>
                <a:cs typeface="Times New Roman" panose="02020603050405020304" pitchFamily="18" charset="0"/>
              </a:rPr>
              <a:t>Why this topic:</a:t>
            </a:r>
            <a:r>
              <a:rPr lang="en-GB" sz="1600" dirty="0">
                <a:solidFill>
                  <a:schemeClr val="bg1"/>
                </a:solidFill>
                <a:latin typeface="Times New Roman" panose="02020603050405020304" pitchFamily="18" charset="0"/>
                <a:cs typeface="Times New Roman" panose="02020603050405020304" pitchFamily="18" charset="0"/>
              </a:rPr>
              <a:t> Understand employee attrition to support </a:t>
            </a:r>
            <a:r>
              <a:rPr lang="en-GB" sz="1600" b="1" dirty="0">
                <a:solidFill>
                  <a:schemeClr val="bg1"/>
                </a:solidFill>
                <a:latin typeface="Times New Roman" panose="02020603050405020304" pitchFamily="18" charset="0"/>
                <a:cs typeface="Times New Roman" panose="02020603050405020304" pitchFamily="18" charset="0"/>
              </a:rPr>
              <a:t>fair retention strategies</a:t>
            </a:r>
            <a:r>
              <a:rPr lang="en-GB" sz="1600" dirty="0">
                <a:solidFill>
                  <a:schemeClr val="bg1"/>
                </a:solidFill>
                <a:latin typeface="Times New Roman" panose="02020603050405020304" pitchFamily="18" charset="0"/>
                <a:cs typeface="Times New Roman" panose="02020603050405020304" pitchFamily="18" charset="0"/>
              </a:rPr>
              <a:t>, not to penalize employees.</a:t>
            </a:r>
          </a:p>
          <a:p>
            <a:pPr algn="just"/>
            <a:endParaRPr lang="en-GB" sz="1600" dirty="0">
              <a:solidFill>
                <a:schemeClr val="bg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GB" sz="1600" b="1" dirty="0">
                <a:solidFill>
                  <a:schemeClr val="bg1"/>
                </a:solidFill>
                <a:latin typeface="Times New Roman" panose="02020603050405020304" pitchFamily="18" charset="0"/>
                <a:cs typeface="Times New Roman" panose="02020603050405020304" pitchFamily="18" charset="0"/>
              </a:rPr>
              <a:t>Intended use:</a:t>
            </a:r>
            <a:r>
              <a:rPr lang="en-GB" sz="1600" dirty="0">
                <a:solidFill>
                  <a:schemeClr val="bg1"/>
                </a:solidFill>
                <a:latin typeface="Times New Roman" panose="02020603050405020304" pitchFamily="18" charset="0"/>
                <a:cs typeface="Times New Roman" panose="02020603050405020304" pitchFamily="18" charset="0"/>
              </a:rPr>
              <a:t> Early awareness and positive actions (e.g., improving working conditions, satisfaction).</a:t>
            </a:r>
          </a:p>
          <a:p>
            <a:pPr algn="just"/>
            <a:endParaRPr lang="en-GB" sz="1600" dirty="0">
              <a:solidFill>
                <a:schemeClr val="bg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GB" sz="1600" b="1" dirty="0">
                <a:solidFill>
                  <a:schemeClr val="bg1"/>
                </a:solidFill>
                <a:latin typeface="Times New Roman" panose="02020603050405020304" pitchFamily="18" charset="0"/>
                <a:cs typeface="Times New Roman" panose="02020603050405020304" pitchFamily="18" charset="0"/>
              </a:rPr>
              <a:t>Human-</a:t>
            </a:r>
            <a:r>
              <a:rPr lang="en-GB" sz="1600" b="1" dirty="0" err="1">
                <a:solidFill>
                  <a:schemeClr val="bg1"/>
                </a:solidFill>
                <a:latin typeface="Times New Roman" panose="02020603050405020304" pitchFamily="18" charset="0"/>
                <a:cs typeface="Times New Roman" panose="02020603050405020304" pitchFamily="18" charset="0"/>
              </a:rPr>
              <a:t>centered</a:t>
            </a:r>
            <a:r>
              <a:rPr lang="en-GB" sz="1600" b="1" dirty="0">
                <a:solidFill>
                  <a:schemeClr val="bg1"/>
                </a:solidFill>
                <a:latin typeface="Times New Roman" panose="02020603050405020304" pitchFamily="18" charset="0"/>
                <a:cs typeface="Times New Roman" panose="02020603050405020304" pitchFamily="18" charset="0"/>
              </a:rPr>
              <a:t> design:</a:t>
            </a:r>
            <a:r>
              <a:rPr lang="en-GB" sz="1600" dirty="0">
                <a:solidFill>
                  <a:schemeClr val="bg1"/>
                </a:solidFill>
                <a:latin typeface="Times New Roman" panose="02020603050405020304" pitchFamily="18" charset="0"/>
                <a:cs typeface="Times New Roman" panose="02020603050405020304" pitchFamily="18" charset="0"/>
              </a:rPr>
              <a:t> The system is a </a:t>
            </a:r>
            <a:r>
              <a:rPr lang="en-GB" sz="1600" b="1" dirty="0">
                <a:solidFill>
                  <a:schemeClr val="bg1"/>
                </a:solidFill>
                <a:latin typeface="Times New Roman" panose="02020603050405020304" pitchFamily="18" charset="0"/>
                <a:cs typeface="Times New Roman" panose="02020603050405020304" pitchFamily="18" charset="0"/>
              </a:rPr>
              <a:t>decision-support tool</a:t>
            </a:r>
            <a:r>
              <a:rPr lang="en-GB" sz="1600" dirty="0">
                <a:solidFill>
                  <a:schemeClr val="bg1"/>
                </a:solidFill>
                <a:latin typeface="Times New Roman" panose="02020603050405020304" pitchFamily="18" charset="0"/>
                <a:cs typeface="Times New Roman" panose="02020603050405020304" pitchFamily="18" charset="0"/>
              </a:rPr>
              <a:t>, not an automated decision-maker.</a:t>
            </a:r>
          </a:p>
          <a:p>
            <a:pPr algn="just"/>
            <a:endParaRPr lang="en-GB" sz="1600" dirty="0">
              <a:solidFill>
                <a:schemeClr val="bg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GB" sz="1600" b="1" dirty="0">
                <a:solidFill>
                  <a:schemeClr val="bg1"/>
                </a:solidFill>
                <a:latin typeface="Times New Roman" panose="02020603050405020304" pitchFamily="18" charset="0"/>
                <a:cs typeface="Times New Roman" panose="02020603050405020304" pitchFamily="18" charset="0"/>
              </a:rPr>
              <a:t>Fairness:</a:t>
            </a:r>
            <a:r>
              <a:rPr lang="en-GB" sz="1600" dirty="0">
                <a:solidFill>
                  <a:schemeClr val="bg1"/>
                </a:solidFill>
                <a:latin typeface="Times New Roman" panose="02020603050405020304" pitchFamily="18" charset="0"/>
                <a:cs typeface="Times New Roman" panose="02020603050405020304" pitchFamily="18" charset="0"/>
              </a:rPr>
              <a:t> Final decisions remain with HR professionals.</a:t>
            </a:r>
          </a:p>
          <a:p>
            <a:pPr algn="just"/>
            <a:endParaRPr lang="en-GB" sz="1600" dirty="0">
              <a:solidFill>
                <a:schemeClr val="bg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GB" sz="1600" b="1" dirty="0">
                <a:solidFill>
                  <a:schemeClr val="bg1"/>
                </a:solidFill>
                <a:latin typeface="Times New Roman" panose="02020603050405020304" pitchFamily="18" charset="0"/>
                <a:cs typeface="Times New Roman" panose="02020603050405020304" pitchFamily="18" charset="0"/>
              </a:rPr>
              <a:t>Transparency &amp; privacy:</a:t>
            </a:r>
            <a:r>
              <a:rPr lang="en-GB" sz="1600" dirty="0">
                <a:solidFill>
                  <a:schemeClr val="bg1"/>
                </a:solidFill>
                <a:latin typeface="Times New Roman" panose="02020603050405020304" pitchFamily="18" charset="0"/>
                <a:cs typeface="Times New Roman" panose="02020603050405020304" pitchFamily="18" charset="0"/>
              </a:rPr>
              <a:t> Feature importance supports </a:t>
            </a:r>
            <a:r>
              <a:rPr lang="en-GB" sz="1600" dirty="0" err="1">
                <a:solidFill>
                  <a:schemeClr val="bg1"/>
                </a:solidFill>
                <a:latin typeface="Times New Roman" panose="02020603050405020304" pitchFamily="18" charset="0"/>
                <a:cs typeface="Times New Roman" panose="02020603050405020304" pitchFamily="18" charset="0"/>
              </a:rPr>
              <a:t>explainability</a:t>
            </a:r>
            <a:r>
              <a:rPr lang="en-GB" sz="1600" dirty="0">
                <a:solidFill>
                  <a:schemeClr val="bg1"/>
                </a:solidFill>
                <a:latin typeface="Times New Roman" panose="02020603050405020304" pitchFamily="18" charset="0"/>
                <a:cs typeface="Times New Roman" panose="02020603050405020304" pitchFamily="18" charset="0"/>
              </a:rPr>
              <a:t>; employee data is assumed to be handled securely.</a:t>
            </a:r>
          </a:p>
        </p:txBody>
      </p:sp>
      <p:sp>
        <p:nvSpPr>
          <p:cNvPr id="10" name="TextBox 9">
            <a:extLst>
              <a:ext uri="{FF2B5EF4-FFF2-40B4-BE49-F238E27FC236}">
                <a16:creationId xmlns:a16="http://schemas.microsoft.com/office/drawing/2014/main" id="{166D5E0F-CBE7-33FA-0E18-4B64FCAF8C99}"/>
              </a:ext>
            </a:extLst>
          </p:cNvPr>
          <p:cNvSpPr txBox="1"/>
          <p:nvPr/>
        </p:nvSpPr>
        <p:spPr>
          <a:xfrm>
            <a:off x="1370484" y="1400065"/>
            <a:ext cx="3888432" cy="5262979"/>
          </a:xfrm>
          <a:prstGeom prst="rect">
            <a:avLst/>
          </a:prstGeom>
          <a:noFill/>
        </p:spPr>
        <p:txBody>
          <a:bodyPr wrap="square">
            <a:spAutoFit/>
          </a:bodyPr>
          <a:lstStyle/>
          <a:p>
            <a:pPr marL="285750" indent="-285750" algn="just">
              <a:buFont typeface="Arial" panose="020B0604020202020204" pitchFamily="34" charset="0"/>
              <a:buChar char="•"/>
            </a:pPr>
            <a:r>
              <a:rPr lang="en-GB" sz="1600" b="1" dirty="0">
                <a:solidFill>
                  <a:schemeClr val="tx2"/>
                </a:solidFill>
                <a:latin typeface="Times New Roman" panose="02020603050405020304" pitchFamily="18" charset="0"/>
                <a:cs typeface="Times New Roman" panose="02020603050405020304" pitchFamily="18" charset="0"/>
              </a:rPr>
              <a:t>Better handling of imbalance:</a:t>
            </a:r>
          </a:p>
          <a:p>
            <a:pPr algn="just"/>
            <a:r>
              <a:rPr lang="en-GB" sz="1600" dirty="0">
                <a:latin typeface="Times New Roman" panose="02020603050405020304" pitchFamily="18" charset="0"/>
                <a:cs typeface="Times New Roman" panose="02020603050405020304" pitchFamily="18" charset="0"/>
              </a:rPr>
              <a:t>Apply cost-sensitive learning to reduce critical errors when employees who leave are not detected.</a:t>
            </a:r>
          </a:p>
          <a:p>
            <a:pPr algn="just"/>
            <a:endParaRPr lang="en-GB"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GB" sz="1600" b="1" dirty="0">
                <a:solidFill>
                  <a:schemeClr val="accent1"/>
                </a:solidFill>
                <a:latin typeface="Times New Roman" panose="02020603050405020304" pitchFamily="18" charset="0"/>
                <a:cs typeface="Times New Roman" panose="02020603050405020304" pitchFamily="18" charset="0"/>
              </a:rPr>
              <a:t>Richer and larger datasets:</a:t>
            </a:r>
          </a:p>
          <a:p>
            <a:pPr algn="just"/>
            <a:r>
              <a:rPr lang="en-GB" sz="1600" dirty="0">
                <a:latin typeface="Times New Roman" panose="02020603050405020304" pitchFamily="18" charset="0"/>
                <a:cs typeface="Times New Roman" panose="02020603050405020304" pitchFamily="18" charset="0"/>
              </a:rPr>
              <a:t>Using more data samples and additional employee-related features would improve model generalization and help better capture the complexity of human behaviour involved in attrition decisions.</a:t>
            </a:r>
          </a:p>
          <a:p>
            <a:pPr algn="just"/>
            <a:endParaRPr lang="en-GB"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GB" sz="1600" b="1" dirty="0">
                <a:solidFill>
                  <a:schemeClr val="tx2"/>
                </a:solidFill>
                <a:latin typeface="Times New Roman" panose="02020603050405020304" pitchFamily="18" charset="0"/>
                <a:cs typeface="Times New Roman" panose="02020603050405020304" pitchFamily="18" charset="0"/>
              </a:rPr>
              <a:t>Model enhancement:</a:t>
            </a:r>
          </a:p>
          <a:p>
            <a:pPr algn="just"/>
            <a:r>
              <a:rPr lang="en-GB" sz="1600" dirty="0">
                <a:latin typeface="Times New Roman" panose="02020603050405020304" pitchFamily="18" charset="0"/>
                <a:cs typeface="Times New Roman" panose="02020603050405020304" pitchFamily="18" charset="0"/>
              </a:rPr>
              <a:t>Further hyperparameter tuning or combining multiple models could lead to improved predictive performance.</a:t>
            </a:r>
          </a:p>
          <a:p>
            <a:pPr algn="just"/>
            <a:endParaRPr lang="en-GB"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GB" sz="1600" b="1" dirty="0">
                <a:solidFill>
                  <a:schemeClr val="tx2"/>
                </a:solidFill>
                <a:latin typeface="Times New Roman" panose="02020603050405020304" pitchFamily="18" charset="0"/>
                <a:cs typeface="Times New Roman" panose="02020603050405020304" pitchFamily="18" charset="0"/>
              </a:rPr>
              <a:t>Real-world integration:</a:t>
            </a:r>
          </a:p>
          <a:p>
            <a:pPr algn="just"/>
            <a:r>
              <a:rPr lang="en-GB" sz="1600" dirty="0">
                <a:latin typeface="Times New Roman" panose="02020603050405020304" pitchFamily="18" charset="0"/>
                <a:cs typeface="Times New Roman" panose="02020603050405020304" pitchFamily="18" charset="0"/>
              </a:rPr>
              <a:t>Integrate the agent into HR systems to allow continuous updates and practical use in real environments.</a:t>
            </a:r>
          </a:p>
        </p:txBody>
      </p:sp>
    </p:spTree>
    <p:extLst>
      <p:ext uri="{BB962C8B-B14F-4D97-AF65-F5344CB8AC3E}">
        <p14:creationId xmlns:p14="http://schemas.microsoft.com/office/powerpoint/2010/main" val="3202840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09890287-4DB6-4C87-AEAF-17E9594F401B}"/>
              </a:ext>
              <a:ext uri="{C183D7F6-B498-43B3-948B-1728B52AA6E4}">
                <adec:decorative xmlns:adec="http://schemas.microsoft.com/office/drawing/2017/decorative" val="1"/>
              </a:ext>
            </a:extLst>
          </p:cNvPr>
          <p:cNvPicPr>
            <a:picLocks noGrp="1" noChangeAspect="1"/>
          </p:cNvPicPr>
          <p:nvPr>
            <p:ph type="pic" sz="quarter" idx="11"/>
          </p:nvPr>
        </p:nvPicPr>
        <p:blipFill>
          <a:blip r:embed="rId3"/>
          <a:srcRect t="7813" b="7813"/>
          <a:stretch>
            <a:fillRect/>
          </a:stretch>
        </p:blipFill>
        <p:spPr/>
      </p:pic>
      <p:sp>
        <p:nvSpPr>
          <p:cNvPr id="285" name="Text Placeholder 284">
            <a:extLst>
              <a:ext uri="{FF2B5EF4-FFF2-40B4-BE49-F238E27FC236}">
                <a16:creationId xmlns:a16="http://schemas.microsoft.com/office/drawing/2014/main" id="{C0BF9B80-F084-4423-8C1C-E79BE829875F}"/>
              </a:ext>
              <a:ext uri="{C183D7F6-B498-43B3-948B-1728B52AA6E4}">
                <adec:decorative xmlns:adec="http://schemas.microsoft.com/office/drawing/2017/decorative" val="1"/>
              </a:ext>
            </a:extLst>
          </p:cNvPr>
          <p:cNvSpPr>
            <a:spLocks noGrp="1"/>
          </p:cNvSpPr>
          <p:nvPr>
            <p:ph type="body" sz="quarter" idx="13"/>
          </p:nvPr>
        </p:nvSpPr>
        <p:spPr/>
        <p:txBody>
          <a:bodyPr/>
          <a:lstStyle/>
          <a:p>
            <a:endParaRPr lang="en-US" dirty="0"/>
          </a:p>
        </p:txBody>
      </p:sp>
      <p:sp>
        <p:nvSpPr>
          <p:cNvPr id="286" name="Text Placeholder 285">
            <a:extLst>
              <a:ext uri="{FF2B5EF4-FFF2-40B4-BE49-F238E27FC236}">
                <a16:creationId xmlns:a16="http://schemas.microsoft.com/office/drawing/2014/main" id="{9626180B-FF05-48CF-BFB3-C95C9B5DAB99}"/>
              </a:ext>
              <a:ext uri="{C183D7F6-B498-43B3-948B-1728B52AA6E4}">
                <adec:decorative xmlns:adec="http://schemas.microsoft.com/office/drawing/2017/decorative" val="1"/>
              </a:ext>
            </a:extLst>
          </p:cNvPr>
          <p:cNvSpPr>
            <a:spLocks noGrp="1"/>
          </p:cNvSpPr>
          <p:nvPr>
            <p:ph type="body" sz="quarter" idx="15"/>
          </p:nvPr>
        </p:nvSpPr>
        <p:spPr>
          <a:xfrm>
            <a:off x="2190750" y="609599"/>
            <a:ext cx="7971464" cy="5785297"/>
          </a:xfrm>
        </p:spPr>
        <p:style>
          <a:lnRef idx="2">
            <a:schemeClr val="accent1">
              <a:shade val="15000"/>
            </a:schemeClr>
          </a:lnRef>
          <a:fillRef idx="1">
            <a:schemeClr val="accent1"/>
          </a:fillRef>
          <a:effectRef idx="0">
            <a:schemeClr val="accent1"/>
          </a:effectRef>
          <a:fontRef idx="minor">
            <a:schemeClr val="lt1"/>
          </a:fontRef>
        </p:style>
        <p:txBody>
          <a:bodyPr/>
          <a:lstStyle/>
          <a:p>
            <a:endParaRPr lang="en-US" dirty="0"/>
          </a:p>
        </p:txBody>
      </p:sp>
      <p:sp>
        <p:nvSpPr>
          <p:cNvPr id="7" name="Subtitle 6">
            <a:extLst>
              <a:ext uri="{FF2B5EF4-FFF2-40B4-BE49-F238E27FC236}">
                <a16:creationId xmlns:a16="http://schemas.microsoft.com/office/drawing/2014/main" id="{606F8B2E-A7F5-4413-BEED-BFF7C3D9FF78}"/>
              </a:ext>
            </a:extLst>
          </p:cNvPr>
          <p:cNvSpPr>
            <a:spLocks noGrp="1"/>
          </p:cNvSpPr>
          <p:nvPr>
            <p:ph type="subTitle" idx="1"/>
          </p:nvPr>
        </p:nvSpPr>
        <p:spPr>
          <a:xfrm>
            <a:off x="2709663" y="3945388"/>
            <a:ext cx="6266657" cy="1787868"/>
          </a:xfrm>
          <a:prstGeom prst="frame">
            <a:avLst/>
          </a:prstGeom>
          <a:solidFill>
            <a:schemeClr val="bg1"/>
          </a:solidFill>
          <a:ln/>
        </p:spPr>
        <p:style>
          <a:lnRef idx="2">
            <a:schemeClr val="accent1"/>
          </a:lnRef>
          <a:fillRef idx="1">
            <a:schemeClr val="lt1"/>
          </a:fillRef>
          <a:effectRef idx="0">
            <a:schemeClr val="accent1"/>
          </a:effectRef>
          <a:fontRef idx="minor">
            <a:schemeClr val="dk1"/>
          </a:fontRef>
        </p:style>
        <p:txBody>
          <a:bodyPr>
            <a:normAutofit fontScale="85000" lnSpcReduction="20000"/>
          </a:bodyPr>
          <a:lstStyle/>
          <a:p>
            <a:pPr algn="l"/>
            <a:r>
              <a:rPr lang="en-GB" b="1" i="0" u="none" strike="noStrike" dirty="0">
                <a:effectLst/>
              </a:rPr>
              <a:t>Live Demo: </a:t>
            </a:r>
            <a:r>
              <a:rPr lang="en-GB" b="0" i="0" dirty="0">
                <a:effectLst/>
                <a:hlinkClick r:id="rId4">
                  <a:extLst>
                    <a:ext uri="{A12FA001-AC4F-418D-AE19-62706E023703}">
                      <ahyp:hlinkClr xmlns:ahyp="http://schemas.microsoft.com/office/drawing/2018/hyperlinkcolor" val="tx"/>
                    </a:ext>
                  </a:extLst>
                </a:hlinkClick>
              </a:rPr>
              <a:t>https://employeeattritionai.streamlit.app</a:t>
            </a:r>
            <a:endParaRPr lang="en-GB" b="0" i="0" dirty="0">
              <a:effectLst/>
            </a:endParaRPr>
          </a:p>
          <a:p>
            <a:pPr algn="l"/>
            <a:endParaRPr lang="en-GB" b="0" i="0" dirty="0">
              <a:effectLst/>
            </a:endParaRPr>
          </a:p>
          <a:p>
            <a:pPr algn="l"/>
            <a:r>
              <a:rPr lang="en-GB" b="1" dirty="0"/>
              <a:t>Contacts: </a:t>
            </a:r>
          </a:p>
          <a:p>
            <a:pPr marL="342900" indent="-342900" algn="l">
              <a:buClr>
                <a:schemeClr val="bg1"/>
              </a:buClr>
              <a:buFont typeface="Arial" panose="020B0604020202020204" pitchFamily="34" charset="0"/>
              <a:buChar char="•"/>
            </a:pPr>
            <a:r>
              <a:rPr lang="en-US" b="1" dirty="0">
                <a:hlinkClick r:id="rId5">
                  <a:extLst>
                    <a:ext uri="{A12FA001-AC4F-418D-AE19-62706E023703}">
                      <ahyp:hlinkClr xmlns:ahyp="http://schemas.microsoft.com/office/drawing/2018/hyperlinkcolor" val="tx"/>
                    </a:ext>
                  </a:extLst>
                </a:hlinkClick>
              </a:rPr>
              <a:t>vzeneli23@epoka.edu.al</a:t>
            </a:r>
            <a:endParaRPr lang="en-US" b="1" dirty="0"/>
          </a:p>
          <a:p>
            <a:pPr marL="342900" indent="-342900" algn="l">
              <a:buClr>
                <a:schemeClr val="bg1"/>
              </a:buClr>
              <a:buFont typeface="Arial" panose="020B0604020202020204" pitchFamily="34" charset="0"/>
              <a:buChar char="•"/>
            </a:pPr>
            <a:r>
              <a:rPr lang="en-US" b="1" dirty="0">
                <a:hlinkClick r:id="rId6">
                  <a:extLst>
                    <a:ext uri="{A12FA001-AC4F-418D-AE19-62706E023703}">
                      <ahyp:hlinkClr xmlns:ahyp="http://schemas.microsoft.com/office/drawing/2018/hyperlinkcolor" val="tx"/>
                    </a:ext>
                  </a:extLst>
                </a:hlinkClick>
              </a:rPr>
              <a:t>srrustemi23@epoka.edu.al</a:t>
            </a:r>
            <a:endParaRPr lang="en-US" b="1" dirty="0"/>
          </a:p>
        </p:txBody>
      </p:sp>
      <p:sp>
        <p:nvSpPr>
          <p:cNvPr id="3" name="TextBox 2">
            <a:extLst>
              <a:ext uri="{FF2B5EF4-FFF2-40B4-BE49-F238E27FC236}">
                <a16:creationId xmlns:a16="http://schemas.microsoft.com/office/drawing/2014/main" id="{5955067C-9762-AE91-C3AC-7A1A87FE4322}"/>
              </a:ext>
            </a:extLst>
          </p:cNvPr>
          <p:cNvSpPr txBox="1"/>
          <p:nvPr/>
        </p:nvSpPr>
        <p:spPr>
          <a:xfrm>
            <a:off x="1559561" y="1059928"/>
            <a:ext cx="9233842" cy="2093655"/>
          </a:xfrm>
          <a:prstGeom prst="ribbon2">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GB" sz="5400" b="1" i="0" u="none" strike="noStrike" dirty="0">
                <a:ln w="0"/>
                <a:solidFill>
                  <a:schemeClr val="accent1"/>
                </a:solidFill>
                <a:effectLst>
                  <a:outerShdw blurRad="38100" dist="25400" dir="5400000" algn="ctr" rotWithShape="0">
                    <a:srgbClr val="6E747A">
                      <a:alpha val="43000"/>
                    </a:srgbClr>
                  </a:outerShdw>
                </a:effectLst>
                <a:latin typeface="Copperplate Gothic Bold" panose="020E0705020206020404" pitchFamily="34" charset="77"/>
              </a:rPr>
              <a:t>THANK YOU !</a:t>
            </a:r>
          </a:p>
        </p:txBody>
      </p:sp>
    </p:spTree>
    <p:extLst>
      <p:ext uri="{BB962C8B-B14F-4D97-AF65-F5344CB8AC3E}">
        <p14:creationId xmlns:p14="http://schemas.microsoft.com/office/powerpoint/2010/main" val="31352289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ernClassicBlock-3">
  <a:themeElements>
    <a:clrScheme name="MSFT_ELT_ModernClassicBlock_03">
      <a:dk1>
        <a:sysClr val="windowText" lastClr="000000"/>
      </a:dk1>
      <a:lt1>
        <a:sysClr val="window" lastClr="FFFFFF"/>
      </a:lt1>
      <a:dk2>
        <a:srgbClr val="43467B"/>
      </a:dk2>
      <a:lt2>
        <a:srgbClr val="DFE3E5"/>
      </a:lt2>
      <a:accent1>
        <a:srgbClr val="43467B"/>
      </a:accent1>
      <a:accent2>
        <a:srgbClr val="E58C09"/>
      </a:accent2>
      <a:accent3>
        <a:srgbClr val="2683C6"/>
      </a:accent3>
      <a:accent4>
        <a:srgbClr val="EEC621"/>
      </a:accent4>
      <a:accent5>
        <a:srgbClr val="1D9BA1"/>
      </a:accent5>
      <a:accent6>
        <a:srgbClr val="87175F"/>
      </a:accent6>
      <a:hlink>
        <a:srgbClr val="0070C0"/>
      </a:hlink>
      <a:folHlink>
        <a:srgbClr val="C00000"/>
      </a:folHlink>
    </a:clrScheme>
    <a:fontScheme name="MSFT_ELT_ModernClassicBlock_03">
      <a:majorFont>
        <a:latin typeface="Tw Cen MT Condensed"/>
        <a:ea typeface=""/>
        <a:cs typeface=""/>
      </a:majorFont>
      <a:minorFont>
        <a:latin typeface="Tw Cen MT"/>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ELT_Template_ModernClassicBlockLT_v4" id="{30DDF308-B484-4DB0-8959-4BA762476498}" vid="{49FD44A8-5F40-4E6E-BC83-04BD3C4DB2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9fc9171bb41dc08635275f351de8590">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29387215989a890c06011de04edfe97d"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106BD98-E608-40A1-98A8-93D5976215CA}">
  <ds:schemaRefs>
    <ds:schemaRef ds:uri="http://schemas.microsoft.com/sharepoint/v3/contenttype/forms"/>
  </ds:schemaRefs>
</ds:datastoreItem>
</file>

<file path=customXml/itemProps2.xml><?xml version="1.0" encoding="utf-8"?>
<ds:datastoreItem xmlns:ds="http://schemas.openxmlformats.org/officeDocument/2006/customXml" ds:itemID="{6A86D9CC-0D9D-4BFE-B3F3-26F480BF8C8A}">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9BFCA5F6-1A5A-4D78-BDE2-C793B61E0E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ModernClassicBlock-3</Template>
  <TotalTime>359</TotalTime>
  <Words>1421</Words>
  <Application>Microsoft Macintosh PowerPoint</Application>
  <PresentationFormat>Widescreen</PresentationFormat>
  <Paragraphs>133</Paragraphs>
  <Slides>10</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Arial</vt:lpstr>
      <vt:lpstr>Bodoni 72 Smallcaps Book</vt:lpstr>
      <vt:lpstr>Calibri</vt:lpstr>
      <vt:lpstr>Copperplate Gothic Bold</vt:lpstr>
      <vt:lpstr>Times New Roman</vt:lpstr>
      <vt:lpstr>Tw Cen MT</vt:lpstr>
      <vt:lpstr>Tw Cen MT Condensed</vt:lpstr>
      <vt:lpstr>Wingdings 3</vt:lpstr>
      <vt:lpstr>ModernClassicBlock-3</vt:lpstr>
      <vt:lpstr>PROJECT  COURSE :  Artificial Intelligence  PROJECT TYPE :  Design and Implementation of an Intelligent Agent  GROUP MEMBERS :  Viola Zeneli &amp; Sidrit Rrustemi</vt:lpstr>
      <vt:lpstr>Project Overview</vt:lpstr>
      <vt:lpstr>Problem Formulation – PEAS Framework </vt:lpstr>
      <vt:lpstr>Model Selection</vt:lpstr>
      <vt:lpstr>PowerPoint Presentation</vt:lpstr>
      <vt:lpstr>Hyperparameter Tuning</vt:lpstr>
      <vt:lpstr>Evaluation &amp; Results </vt:lpstr>
      <vt:lpstr>Comparison with Existing Research </vt:lpstr>
      <vt:lpstr>Future Improvements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ADD TITLE </dc:title>
  <dc:creator>viola zeneli</dc:creator>
  <cp:lastModifiedBy>viola zeneli</cp:lastModifiedBy>
  <cp:revision>17</cp:revision>
  <dcterms:created xsi:type="dcterms:W3CDTF">2026-01-10T13:17:29Z</dcterms:created>
  <dcterms:modified xsi:type="dcterms:W3CDTF">2026-01-11T22:05:05Z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